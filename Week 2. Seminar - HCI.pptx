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Lst>
  <p:notesMasterIdLst>
    <p:notesMasterId r:id="rId25"/>
  </p:notesMasterIdLst>
  <p:sldIdLst>
    <p:sldId id="356" r:id="rId5"/>
    <p:sldId id="357" r:id="rId6"/>
    <p:sldId id="523" r:id="rId7"/>
    <p:sldId id="504" r:id="rId8"/>
    <p:sldId id="522" r:id="rId9"/>
    <p:sldId id="505" r:id="rId10"/>
    <p:sldId id="506" r:id="rId11"/>
    <p:sldId id="521" r:id="rId12"/>
    <p:sldId id="511" r:id="rId13"/>
    <p:sldId id="512" r:id="rId14"/>
    <p:sldId id="514" r:id="rId15"/>
    <p:sldId id="524" r:id="rId16"/>
    <p:sldId id="526" r:id="rId17"/>
    <p:sldId id="527" r:id="rId18"/>
    <p:sldId id="515" r:id="rId19"/>
    <p:sldId id="517" r:id="rId20"/>
    <p:sldId id="518" r:id="rId21"/>
    <p:sldId id="520" r:id="rId22"/>
    <p:sldId id="529" r:id="rId23"/>
    <p:sldId id="427" r:id="rId24"/>
  </p:sldIdLst>
  <p:sldSz cx="12192000" cy="6858000"/>
  <p:notesSz cx="6864350" cy="9998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minar" id="{07A076B5-6C7C-430B-BB33-B5EB0763A046}">
          <p14:sldIdLst>
            <p14:sldId id="356"/>
            <p14:sldId id="357"/>
          </p14:sldIdLst>
        </p14:section>
        <p14:section name="Activity 1" id="{7F19EC1A-1A01-4A48-8824-3BD93A5CB77F}">
          <p14:sldIdLst>
            <p14:sldId id="523"/>
            <p14:sldId id="504"/>
            <p14:sldId id="522"/>
            <p14:sldId id="505"/>
            <p14:sldId id="506"/>
            <p14:sldId id="521"/>
            <p14:sldId id="511"/>
            <p14:sldId id="512"/>
            <p14:sldId id="514"/>
            <p14:sldId id="524"/>
          </p14:sldIdLst>
        </p14:section>
        <p14:section name="Activity 2" id="{C22D65F7-F2C8-4947-ABB1-8752910B4598}">
          <p14:sldIdLst>
            <p14:sldId id="526"/>
            <p14:sldId id="527"/>
            <p14:sldId id="515"/>
            <p14:sldId id="517"/>
            <p14:sldId id="518"/>
            <p14:sldId id="520"/>
          </p14:sldIdLst>
        </p14:section>
        <p14:section name="Summary" id="{C3D85183-FD09-44B9-8702-242B4EC39153}">
          <p14:sldIdLst>
            <p14:sldId id="529"/>
            <p14:sldId id="42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B1AFF07-134E-1509-0076-ACBF88E8DCA0}" name="Al-Shaikhli, Dhuha" initials="AD" userId="S::dashaikhli@qa.com::ef53208f-e122-4b5c-aac9-570a9eda8442" providerId="AD"/>
  <p188:author id="{6EB5C60F-22AE-1547-E88B-22A8B8C950EF}" name="Shah, Krupali" initials="SK" userId="S::kshah@qa.com::cef62020-c637-4d0d-bf4f-48d86b2faefc" providerId="AD"/>
  <p188:author id="{8B14BE28-741F-44E2-76A5-70328290F36F}" name="Oliva-Girbau, Angels" initials="OA" userId="S::aogirbau@qa.com::9aea77bf-fdfe-4d29-a02f-b0429c4459d8" providerId="AD"/>
  <p188:author id="{05960765-EA67-3D2D-23CF-EF180D189BA6}" name="Oliva-Girbau, Angels" initials="AO" userId="S::AOGirbau@qa.com::9aea77bf-fdfe-4d29-a02f-b0429c4459d8" providerId="AD"/>
  <p188:author id="{FAFFB165-9CE9-6704-58D1-DC5B6B0073B8}" name="Gilles, Vivien" initials="GV" userId="S::vgilles@qa.com::9880f671-c678-453b-949c-c6ec09f58b52" providerId="AD"/>
  <p188:author id="{6E3B2CAD-5E33-C340-01AA-2B2872F0E5A0}" name="Chaudhry, Azhar" initials="" userId="S::AChaudhry@qa.com::b66fd45d-07d0-45f5-bbda-e7afe8e5b598" providerId="AD"/>
  <p188:author id="{69406EB2-F6A5-D96B-B681-C545607026E4}" name="Chaudhry, Azhar" initials="CA" userId="S::achaudhry@qa.com::b66fd45d-07d0-45f5-bbda-e7afe8e5b598" providerId="AD"/>
  <p188:author id="{68B415C2-0214-EA4F-75B5-5BB6180AD96A}" name="Gilles, Vivien" initials="" userId="S::VGilles@qa.com::9880f671-c678-453b-949c-c6ec09f58b52" providerId="AD"/>
  <p188:author id="{5A47ABCC-6816-EE2F-199D-F5B7AAE93A39}" name="Shah, Krupali" initials="" userId="S::KShah@qa.com::cef62020-c637-4d0d-bf4f-48d86b2faef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0405"/>
    <a:srgbClr val="F8D7CD"/>
    <a:srgbClr val="E01F1C"/>
    <a:srgbClr val="FFCCCC"/>
    <a:srgbClr val="EA201D"/>
    <a:srgbClr val="FF7C80"/>
    <a:srgbClr val="E95551"/>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809774-FE78-2B4B-C137-59E8E0259A2B}" v="14" dt="2024-06-24T14:35:59.037"/>
    <p1510:client id="{A296EAD2-7976-4FB6-818C-A9D7AA6E6F4B}" v="148" dt="2024-06-24T15:48:49.483"/>
    <p1510:client id="{B5F1FAD5-AC56-8FE2-4F3D-CC50D8B15E1E}" v="17" dt="2024-06-24T10:33:06.488"/>
    <p1510:client id="{CB000562-7C48-4B50-964D-062BA5938E13}" v="1431" dt="2024-06-24T15:48:06.1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liva-Girbau, Angels" userId="9aea77bf-fdfe-4d29-a02f-b0429c4459d8" providerId="ADAL" clId="{CB000562-7C48-4B50-964D-062BA5938E13}"/>
    <pc:docChg chg="undo custSel addSld delSld modSld sldOrd delSection modSection">
      <pc:chgData name="Oliva-Girbau, Angels" userId="9aea77bf-fdfe-4d29-a02f-b0429c4459d8" providerId="ADAL" clId="{CB000562-7C48-4B50-964D-062BA5938E13}" dt="2024-06-24T15:48:06.143" v="2301" actId="21"/>
      <pc:docMkLst>
        <pc:docMk/>
      </pc:docMkLst>
      <pc:sldChg chg="del">
        <pc:chgData name="Oliva-Girbau, Angels" userId="9aea77bf-fdfe-4d29-a02f-b0429c4459d8" providerId="ADAL" clId="{CB000562-7C48-4B50-964D-062BA5938E13}" dt="2024-06-24T11:53:15.525" v="34" actId="18676"/>
        <pc:sldMkLst>
          <pc:docMk/>
          <pc:sldMk cId="4054318504" sldId="328"/>
        </pc:sldMkLst>
      </pc:sldChg>
      <pc:sldChg chg="del">
        <pc:chgData name="Oliva-Girbau, Angels" userId="9aea77bf-fdfe-4d29-a02f-b0429c4459d8" providerId="ADAL" clId="{CB000562-7C48-4B50-964D-062BA5938E13}" dt="2024-06-24T11:53:15.525" v="34" actId="18676"/>
        <pc:sldMkLst>
          <pc:docMk/>
          <pc:sldMk cId="54888628" sldId="329"/>
        </pc:sldMkLst>
      </pc:sldChg>
      <pc:sldChg chg="del">
        <pc:chgData name="Oliva-Girbau, Angels" userId="9aea77bf-fdfe-4d29-a02f-b0429c4459d8" providerId="ADAL" clId="{CB000562-7C48-4B50-964D-062BA5938E13}" dt="2024-06-24T11:53:15.525" v="34" actId="18676"/>
        <pc:sldMkLst>
          <pc:docMk/>
          <pc:sldMk cId="2828521626" sldId="331"/>
        </pc:sldMkLst>
      </pc:sldChg>
      <pc:sldChg chg="modSp mod">
        <pc:chgData name="Oliva-Girbau, Angels" userId="9aea77bf-fdfe-4d29-a02f-b0429c4459d8" providerId="ADAL" clId="{CB000562-7C48-4B50-964D-062BA5938E13}" dt="2024-06-24T11:53:50.990" v="75" actId="20577"/>
        <pc:sldMkLst>
          <pc:docMk/>
          <pc:sldMk cId="2419433719" sldId="356"/>
        </pc:sldMkLst>
        <pc:spChg chg="mod">
          <ac:chgData name="Oliva-Girbau, Angels" userId="9aea77bf-fdfe-4d29-a02f-b0429c4459d8" providerId="ADAL" clId="{CB000562-7C48-4B50-964D-062BA5938E13}" dt="2024-06-24T11:53:50.990" v="75" actId="20577"/>
          <ac:spMkLst>
            <pc:docMk/>
            <pc:sldMk cId="2419433719" sldId="356"/>
            <ac:spMk id="2" creationId="{DDEB5E2E-4931-6CFC-8ABE-7EAB64C68954}"/>
          </ac:spMkLst>
        </pc:spChg>
        <pc:spChg chg="mod">
          <ac:chgData name="Oliva-Girbau, Angels" userId="9aea77bf-fdfe-4d29-a02f-b0429c4459d8" providerId="ADAL" clId="{CB000562-7C48-4B50-964D-062BA5938E13}" dt="2024-06-24T11:53:42.788" v="72" actId="20577"/>
          <ac:spMkLst>
            <pc:docMk/>
            <pc:sldMk cId="2419433719" sldId="356"/>
            <ac:spMk id="3" creationId="{18E11059-E64B-F409-6BD7-2B552008CB68}"/>
          </ac:spMkLst>
        </pc:spChg>
      </pc:sldChg>
      <pc:sldChg chg="modSp mod">
        <pc:chgData name="Oliva-Girbau, Angels" userId="9aea77bf-fdfe-4d29-a02f-b0429c4459d8" providerId="ADAL" clId="{CB000562-7C48-4B50-964D-062BA5938E13}" dt="2024-06-24T14:33:26.732" v="1201" actId="20577"/>
        <pc:sldMkLst>
          <pc:docMk/>
          <pc:sldMk cId="2769207969" sldId="357"/>
        </pc:sldMkLst>
        <pc:spChg chg="mod">
          <ac:chgData name="Oliva-Girbau, Angels" userId="9aea77bf-fdfe-4d29-a02f-b0429c4459d8" providerId="ADAL" clId="{CB000562-7C48-4B50-964D-062BA5938E13}" dt="2024-06-24T14:33:26.732" v="1201" actId="20577"/>
          <ac:spMkLst>
            <pc:docMk/>
            <pc:sldMk cId="2769207969" sldId="357"/>
            <ac:spMk id="3" creationId="{D89901A2-04AE-D3CB-FC46-ED162487BC92}"/>
          </ac:spMkLst>
        </pc:spChg>
      </pc:sldChg>
      <pc:sldChg chg="delSp modSp del mod">
        <pc:chgData name="Oliva-Girbau, Angels" userId="9aea77bf-fdfe-4d29-a02f-b0429c4459d8" providerId="ADAL" clId="{CB000562-7C48-4B50-964D-062BA5938E13}" dt="2024-06-24T14:06:20.017" v="691" actId="47"/>
        <pc:sldMkLst>
          <pc:docMk/>
          <pc:sldMk cId="2757442964" sldId="358"/>
        </pc:sldMkLst>
        <pc:spChg chg="mod">
          <ac:chgData name="Oliva-Girbau, Angels" userId="9aea77bf-fdfe-4d29-a02f-b0429c4459d8" providerId="ADAL" clId="{CB000562-7C48-4B50-964D-062BA5938E13}" dt="2024-06-24T14:05:50.054" v="681" actId="20577"/>
          <ac:spMkLst>
            <pc:docMk/>
            <pc:sldMk cId="2757442964" sldId="358"/>
            <ac:spMk id="2" creationId="{F6164691-C005-1E0A-BB0B-2F257103BE66}"/>
          </ac:spMkLst>
        </pc:spChg>
        <pc:spChg chg="mod">
          <ac:chgData name="Oliva-Girbau, Angels" userId="9aea77bf-fdfe-4d29-a02f-b0429c4459d8" providerId="ADAL" clId="{CB000562-7C48-4B50-964D-062BA5938E13}" dt="2024-06-24T14:06:05.942" v="684" actId="21"/>
          <ac:spMkLst>
            <pc:docMk/>
            <pc:sldMk cId="2757442964" sldId="358"/>
            <ac:spMk id="3" creationId="{D89901A2-04AE-D3CB-FC46-ED162487BC92}"/>
          </ac:spMkLst>
        </pc:spChg>
        <pc:spChg chg="del">
          <ac:chgData name="Oliva-Girbau, Angels" userId="9aea77bf-fdfe-4d29-a02f-b0429c4459d8" providerId="ADAL" clId="{CB000562-7C48-4B50-964D-062BA5938E13}" dt="2024-06-24T11:44:28.149" v="15" actId="478"/>
          <ac:spMkLst>
            <pc:docMk/>
            <pc:sldMk cId="2757442964" sldId="358"/>
            <ac:spMk id="4" creationId="{EEF30950-F3F4-0F8B-E80F-3AFF366D3701}"/>
          </ac:spMkLst>
        </pc:spChg>
      </pc:sldChg>
      <pc:sldChg chg="modSp del mod">
        <pc:chgData name="Oliva-Girbau, Angels" userId="9aea77bf-fdfe-4d29-a02f-b0429c4459d8" providerId="ADAL" clId="{CB000562-7C48-4B50-964D-062BA5938E13}" dt="2024-06-24T14:29:06.009" v="1095" actId="47"/>
        <pc:sldMkLst>
          <pc:docMk/>
          <pc:sldMk cId="2195826182" sldId="359"/>
        </pc:sldMkLst>
        <pc:spChg chg="mod">
          <ac:chgData name="Oliva-Girbau, Angels" userId="9aea77bf-fdfe-4d29-a02f-b0429c4459d8" providerId="ADAL" clId="{CB000562-7C48-4B50-964D-062BA5938E13}" dt="2024-06-24T14:21:55.012" v="920" actId="21"/>
          <ac:spMkLst>
            <pc:docMk/>
            <pc:sldMk cId="2195826182" sldId="359"/>
            <ac:spMk id="3" creationId="{D89901A2-04AE-D3CB-FC46-ED162487BC92}"/>
          </ac:spMkLst>
        </pc:spChg>
      </pc:sldChg>
      <pc:sldChg chg="modSp del mod">
        <pc:chgData name="Oliva-Girbau, Angels" userId="9aea77bf-fdfe-4d29-a02f-b0429c4459d8" providerId="ADAL" clId="{CB000562-7C48-4B50-964D-062BA5938E13}" dt="2024-06-24T14:36:05.197" v="1232" actId="47"/>
        <pc:sldMkLst>
          <pc:docMk/>
          <pc:sldMk cId="2885709855" sldId="360"/>
        </pc:sldMkLst>
        <pc:spChg chg="mod">
          <ac:chgData name="Oliva-Girbau, Angels" userId="9aea77bf-fdfe-4d29-a02f-b0429c4459d8" providerId="ADAL" clId="{CB000562-7C48-4B50-964D-062BA5938E13}" dt="2024-06-24T14:35:47.815" v="1226" actId="21"/>
          <ac:spMkLst>
            <pc:docMk/>
            <pc:sldMk cId="2885709855" sldId="360"/>
            <ac:spMk id="2" creationId="{F6164691-C005-1E0A-BB0B-2F257103BE66}"/>
          </ac:spMkLst>
        </pc:spChg>
        <pc:spChg chg="mod">
          <ac:chgData name="Oliva-Girbau, Angels" userId="9aea77bf-fdfe-4d29-a02f-b0429c4459d8" providerId="ADAL" clId="{CB000562-7C48-4B50-964D-062BA5938E13}" dt="2024-06-24T14:35:53.731" v="1228" actId="21"/>
          <ac:spMkLst>
            <pc:docMk/>
            <pc:sldMk cId="2885709855" sldId="360"/>
            <ac:spMk id="3" creationId="{D89901A2-04AE-D3CB-FC46-ED162487BC92}"/>
          </ac:spMkLst>
        </pc:spChg>
      </pc:sldChg>
      <pc:sldChg chg="modSp del mod">
        <pc:chgData name="Oliva-Girbau, Angels" userId="9aea77bf-fdfe-4d29-a02f-b0429c4459d8" providerId="ADAL" clId="{CB000562-7C48-4B50-964D-062BA5938E13}" dt="2024-06-24T15:24:28.718" v="1816" actId="47"/>
        <pc:sldMkLst>
          <pc:docMk/>
          <pc:sldMk cId="2703103122" sldId="364"/>
        </pc:sldMkLst>
        <pc:spChg chg="mod">
          <ac:chgData name="Oliva-Girbau, Angels" userId="9aea77bf-fdfe-4d29-a02f-b0429c4459d8" providerId="ADAL" clId="{CB000562-7C48-4B50-964D-062BA5938E13}" dt="2024-06-24T15:24:13.611" v="1812" actId="21"/>
          <ac:spMkLst>
            <pc:docMk/>
            <pc:sldMk cId="2703103122" sldId="364"/>
            <ac:spMk id="2" creationId="{F6164691-C005-1E0A-BB0B-2F257103BE66}"/>
          </ac:spMkLst>
        </pc:spChg>
        <pc:spChg chg="mod">
          <ac:chgData name="Oliva-Girbau, Angels" userId="9aea77bf-fdfe-4d29-a02f-b0429c4459d8" providerId="ADAL" clId="{CB000562-7C48-4B50-964D-062BA5938E13}" dt="2024-06-24T15:24:22.639" v="1814" actId="21"/>
          <ac:spMkLst>
            <pc:docMk/>
            <pc:sldMk cId="2703103122" sldId="364"/>
            <ac:spMk id="3" creationId="{D89901A2-04AE-D3CB-FC46-ED162487BC92}"/>
          </ac:spMkLst>
        </pc:spChg>
      </pc:sldChg>
      <pc:sldChg chg="del">
        <pc:chgData name="Oliva-Girbau, Angels" userId="9aea77bf-fdfe-4d29-a02f-b0429c4459d8" providerId="ADAL" clId="{CB000562-7C48-4B50-964D-062BA5938E13}" dt="2024-06-24T14:18:24.168" v="889" actId="18676"/>
        <pc:sldMkLst>
          <pc:docMk/>
          <pc:sldMk cId="1832268421" sldId="366"/>
        </pc:sldMkLst>
      </pc:sldChg>
      <pc:sldChg chg="del">
        <pc:chgData name="Oliva-Girbau, Angels" userId="9aea77bf-fdfe-4d29-a02f-b0429c4459d8" providerId="ADAL" clId="{CB000562-7C48-4B50-964D-062BA5938E13}" dt="2024-06-24T14:18:24.168" v="889" actId="18676"/>
        <pc:sldMkLst>
          <pc:docMk/>
          <pc:sldMk cId="1917682011" sldId="367"/>
        </pc:sldMkLst>
      </pc:sldChg>
      <pc:sldChg chg="del">
        <pc:chgData name="Oliva-Girbau, Angels" userId="9aea77bf-fdfe-4d29-a02f-b0429c4459d8" providerId="ADAL" clId="{CB000562-7C48-4B50-964D-062BA5938E13}" dt="2024-06-24T14:18:21.233" v="888" actId="18676"/>
        <pc:sldMkLst>
          <pc:docMk/>
          <pc:sldMk cId="2940292667" sldId="368"/>
        </pc:sldMkLst>
      </pc:sldChg>
      <pc:sldChg chg="del">
        <pc:chgData name="Oliva-Girbau, Angels" userId="9aea77bf-fdfe-4d29-a02f-b0429c4459d8" providerId="ADAL" clId="{CB000562-7C48-4B50-964D-062BA5938E13}" dt="2024-06-24T14:18:21.233" v="888" actId="18676"/>
        <pc:sldMkLst>
          <pc:docMk/>
          <pc:sldMk cId="1098084259" sldId="369"/>
        </pc:sldMkLst>
      </pc:sldChg>
      <pc:sldChg chg="del">
        <pc:chgData name="Oliva-Girbau, Angels" userId="9aea77bf-fdfe-4d29-a02f-b0429c4459d8" providerId="ADAL" clId="{CB000562-7C48-4B50-964D-062BA5938E13}" dt="2024-06-24T14:18:05.071" v="887" actId="18676"/>
        <pc:sldMkLst>
          <pc:docMk/>
          <pc:sldMk cId="2558431201" sldId="370"/>
        </pc:sldMkLst>
      </pc:sldChg>
      <pc:sldChg chg="del">
        <pc:chgData name="Oliva-Girbau, Angels" userId="9aea77bf-fdfe-4d29-a02f-b0429c4459d8" providerId="ADAL" clId="{CB000562-7C48-4B50-964D-062BA5938E13}" dt="2024-06-24T14:18:05.071" v="887" actId="18676"/>
        <pc:sldMkLst>
          <pc:docMk/>
          <pc:sldMk cId="1505465969" sldId="371"/>
        </pc:sldMkLst>
      </pc:sldChg>
      <pc:sldChg chg="del">
        <pc:chgData name="Oliva-Girbau, Angels" userId="9aea77bf-fdfe-4d29-a02f-b0429c4459d8" providerId="ADAL" clId="{CB000562-7C48-4B50-964D-062BA5938E13}" dt="2024-06-24T14:18:00.575" v="886" actId="18676"/>
        <pc:sldMkLst>
          <pc:docMk/>
          <pc:sldMk cId="2552371259" sldId="375"/>
        </pc:sldMkLst>
      </pc:sldChg>
      <pc:sldChg chg="del">
        <pc:chgData name="Oliva-Girbau, Angels" userId="9aea77bf-fdfe-4d29-a02f-b0429c4459d8" providerId="ADAL" clId="{CB000562-7C48-4B50-964D-062BA5938E13}" dt="2024-06-24T14:18:00.575" v="886" actId="18676"/>
        <pc:sldMkLst>
          <pc:docMk/>
          <pc:sldMk cId="2307317455" sldId="376"/>
        </pc:sldMkLst>
      </pc:sldChg>
      <pc:sldChg chg="del">
        <pc:chgData name="Oliva-Girbau, Angels" userId="9aea77bf-fdfe-4d29-a02f-b0429c4459d8" providerId="ADAL" clId="{CB000562-7C48-4B50-964D-062BA5938E13}" dt="2024-06-24T11:53:15.525" v="34" actId="18676"/>
        <pc:sldMkLst>
          <pc:docMk/>
          <pc:sldMk cId="186353813" sldId="377"/>
        </pc:sldMkLst>
      </pc:sldChg>
      <pc:sldChg chg="del">
        <pc:chgData name="Oliva-Girbau, Angels" userId="9aea77bf-fdfe-4d29-a02f-b0429c4459d8" providerId="ADAL" clId="{CB000562-7C48-4B50-964D-062BA5938E13}" dt="2024-06-24T11:52:38.145" v="27" actId="47"/>
        <pc:sldMkLst>
          <pc:docMk/>
          <pc:sldMk cId="2312163316" sldId="379"/>
        </pc:sldMkLst>
      </pc:sldChg>
      <pc:sldChg chg="del">
        <pc:chgData name="Oliva-Girbau, Angels" userId="9aea77bf-fdfe-4d29-a02f-b0429c4459d8" providerId="ADAL" clId="{CB000562-7C48-4B50-964D-062BA5938E13}" dt="2024-06-24T11:52:37.622" v="26" actId="47"/>
        <pc:sldMkLst>
          <pc:docMk/>
          <pc:sldMk cId="3161361192" sldId="380"/>
        </pc:sldMkLst>
      </pc:sldChg>
      <pc:sldChg chg="del">
        <pc:chgData name="Oliva-Girbau, Angels" userId="9aea77bf-fdfe-4d29-a02f-b0429c4459d8" providerId="ADAL" clId="{CB000562-7C48-4B50-964D-062BA5938E13}" dt="2024-06-24T11:52:37.207" v="25" actId="47"/>
        <pc:sldMkLst>
          <pc:docMk/>
          <pc:sldMk cId="408708630" sldId="381"/>
        </pc:sldMkLst>
      </pc:sldChg>
      <pc:sldChg chg="del">
        <pc:chgData name="Oliva-Girbau, Angels" userId="9aea77bf-fdfe-4d29-a02f-b0429c4459d8" providerId="ADAL" clId="{CB000562-7C48-4B50-964D-062BA5938E13}" dt="2024-06-24T11:52:36.775" v="24" actId="47"/>
        <pc:sldMkLst>
          <pc:docMk/>
          <pc:sldMk cId="206272966" sldId="382"/>
        </pc:sldMkLst>
      </pc:sldChg>
      <pc:sldChg chg="del">
        <pc:chgData name="Oliva-Girbau, Angels" userId="9aea77bf-fdfe-4d29-a02f-b0429c4459d8" providerId="ADAL" clId="{CB000562-7C48-4B50-964D-062BA5938E13}" dt="2024-06-24T11:52:32.124" v="23" actId="47"/>
        <pc:sldMkLst>
          <pc:docMk/>
          <pc:sldMk cId="350376605" sldId="388"/>
        </pc:sldMkLst>
      </pc:sldChg>
      <pc:sldChg chg="del">
        <pc:chgData name="Oliva-Girbau, Angels" userId="9aea77bf-fdfe-4d29-a02f-b0429c4459d8" providerId="ADAL" clId="{CB000562-7C48-4B50-964D-062BA5938E13}" dt="2024-06-24T11:52:31.491" v="22" actId="47"/>
        <pc:sldMkLst>
          <pc:docMk/>
          <pc:sldMk cId="3370362625" sldId="389"/>
        </pc:sldMkLst>
      </pc:sldChg>
      <pc:sldChg chg="del">
        <pc:chgData name="Oliva-Girbau, Angels" userId="9aea77bf-fdfe-4d29-a02f-b0429c4459d8" providerId="ADAL" clId="{CB000562-7C48-4B50-964D-062BA5938E13}" dt="2024-06-24T11:52:56.283" v="31" actId="47"/>
        <pc:sldMkLst>
          <pc:docMk/>
          <pc:sldMk cId="3753907349" sldId="392"/>
        </pc:sldMkLst>
      </pc:sldChg>
      <pc:sldChg chg="del">
        <pc:chgData name="Oliva-Girbau, Angels" userId="9aea77bf-fdfe-4d29-a02f-b0429c4459d8" providerId="ADAL" clId="{CB000562-7C48-4B50-964D-062BA5938E13}" dt="2024-06-24T11:52:58.103" v="32" actId="47"/>
        <pc:sldMkLst>
          <pc:docMk/>
          <pc:sldMk cId="2905913955" sldId="393"/>
        </pc:sldMkLst>
      </pc:sldChg>
      <pc:sldChg chg="del">
        <pc:chgData name="Oliva-Girbau, Angels" userId="9aea77bf-fdfe-4d29-a02f-b0429c4459d8" providerId="ADAL" clId="{CB000562-7C48-4B50-964D-062BA5938E13}" dt="2024-06-24T11:52:53.551" v="30" actId="47"/>
        <pc:sldMkLst>
          <pc:docMk/>
          <pc:sldMk cId="1769853957" sldId="394"/>
        </pc:sldMkLst>
      </pc:sldChg>
      <pc:sldChg chg="del">
        <pc:chgData name="Oliva-Girbau, Angels" userId="9aea77bf-fdfe-4d29-a02f-b0429c4459d8" providerId="ADAL" clId="{CB000562-7C48-4B50-964D-062BA5938E13}" dt="2024-06-24T14:18:24.168" v="889" actId="18676"/>
        <pc:sldMkLst>
          <pc:docMk/>
          <pc:sldMk cId="1807777094" sldId="417"/>
        </pc:sldMkLst>
      </pc:sldChg>
      <pc:sldChg chg="del">
        <pc:chgData name="Oliva-Girbau, Angels" userId="9aea77bf-fdfe-4d29-a02f-b0429c4459d8" providerId="ADAL" clId="{CB000562-7C48-4B50-964D-062BA5938E13}" dt="2024-06-24T10:43:19.762" v="14" actId="2696"/>
        <pc:sldMkLst>
          <pc:docMk/>
          <pc:sldMk cId="1003213099" sldId="423"/>
        </pc:sldMkLst>
      </pc:sldChg>
      <pc:sldChg chg="delSp modSp mod">
        <pc:chgData name="Oliva-Girbau, Angels" userId="9aea77bf-fdfe-4d29-a02f-b0429c4459d8" providerId="ADAL" clId="{CB000562-7C48-4B50-964D-062BA5938E13}" dt="2024-06-24T15:46:50.047" v="2292" actId="114"/>
        <pc:sldMkLst>
          <pc:docMk/>
          <pc:sldMk cId="1313568838" sldId="427"/>
        </pc:sldMkLst>
        <pc:spChg chg="mod">
          <ac:chgData name="Oliva-Girbau, Angels" userId="9aea77bf-fdfe-4d29-a02f-b0429c4459d8" providerId="ADAL" clId="{CB000562-7C48-4B50-964D-062BA5938E13}" dt="2024-06-24T15:46:50.047" v="2292" actId="114"/>
          <ac:spMkLst>
            <pc:docMk/>
            <pc:sldMk cId="1313568838" sldId="427"/>
            <ac:spMk id="3" creationId="{D89901A2-04AE-D3CB-FC46-ED162487BC92}"/>
          </ac:spMkLst>
        </pc:spChg>
        <pc:spChg chg="del">
          <ac:chgData name="Oliva-Girbau, Angels" userId="9aea77bf-fdfe-4d29-a02f-b0429c4459d8" providerId="ADAL" clId="{CB000562-7C48-4B50-964D-062BA5938E13}" dt="2024-06-24T15:24:33.388" v="1817" actId="478"/>
          <ac:spMkLst>
            <pc:docMk/>
            <pc:sldMk cId="1313568838" sldId="427"/>
            <ac:spMk id="4" creationId="{13773CE7-8524-1AF1-0C5F-F245B80D4062}"/>
          </ac:spMkLst>
        </pc:spChg>
      </pc:sldChg>
      <pc:sldChg chg="modSp add del mod">
        <pc:chgData name="Oliva-Girbau, Angels" userId="9aea77bf-fdfe-4d29-a02f-b0429c4459d8" providerId="ADAL" clId="{CB000562-7C48-4B50-964D-062BA5938E13}" dt="2024-06-24T15:24:03.572" v="1809" actId="47"/>
        <pc:sldMkLst>
          <pc:docMk/>
          <pc:sldMk cId="1364820723" sldId="429"/>
        </pc:sldMkLst>
        <pc:spChg chg="mod">
          <ac:chgData name="Oliva-Girbau, Angels" userId="9aea77bf-fdfe-4d29-a02f-b0429c4459d8" providerId="ADAL" clId="{CB000562-7C48-4B50-964D-062BA5938E13}" dt="2024-06-24T15:23:38.210" v="1802" actId="21"/>
          <ac:spMkLst>
            <pc:docMk/>
            <pc:sldMk cId="1364820723" sldId="429"/>
            <ac:spMk id="2" creationId="{F6164691-C005-1E0A-BB0B-2F257103BE66}"/>
          </ac:spMkLst>
        </pc:spChg>
        <pc:spChg chg="mod">
          <ac:chgData name="Oliva-Girbau, Angels" userId="9aea77bf-fdfe-4d29-a02f-b0429c4459d8" providerId="ADAL" clId="{CB000562-7C48-4B50-964D-062BA5938E13}" dt="2024-06-24T15:23:45.959" v="1805" actId="21"/>
          <ac:spMkLst>
            <pc:docMk/>
            <pc:sldMk cId="1364820723" sldId="429"/>
            <ac:spMk id="3" creationId="{D89901A2-04AE-D3CB-FC46-ED162487BC92}"/>
          </ac:spMkLst>
        </pc:spChg>
      </pc:sldChg>
      <pc:sldChg chg="del">
        <pc:chgData name="Oliva-Girbau, Angels" userId="9aea77bf-fdfe-4d29-a02f-b0429c4459d8" providerId="ADAL" clId="{CB000562-7C48-4B50-964D-062BA5938E13}" dt="2024-06-24T11:52:30.963" v="21" actId="47"/>
        <pc:sldMkLst>
          <pc:docMk/>
          <pc:sldMk cId="3083109462" sldId="433"/>
        </pc:sldMkLst>
      </pc:sldChg>
      <pc:sldChg chg="del">
        <pc:chgData name="Oliva-Girbau, Angels" userId="9aea77bf-fdfe-4d29-a02f-b0429c4459d8" providerId="ADAL" clId="{CB000562-7C48-4B50-964D-062BA5938E13}" dt="2024-06-24T11:52:29.577" v="19" actId="47"/>
        <pc:sldMkLst>
          <pc:docMk/>
          <pc:sldMk cId="2748056975" sldId="460"/>
        </pc:sldMkLst>
      </pc:sldChg>
      <pc:sldChg chg="del">
        <pc:chgData name="Oliva-Girbau, Angels" userId="9aea77bf-fdfe-4d29-a02f-b0429c4459d8" providerId="ADAL" clId="{CB000562-7C48-4B50-964D-062BA5938E13}" dt="2024-06-24T11:52:30.336" v="20" actId="47"/>
        <pc:sldMkLst>
          <pc:docMk/>
          <pc:sldMk cId="1786741200" sldId="461"/>
        </pc:sldMkLst>
      </pc:sldChg>
      <pc:sldChg chg="addSp delSp modSp mod ord">
        <pc:chgData name="Oliva-Girbau, Angels" userId="9aea77bf-fdfe-4d29-a02f-b0429c4459d8" providerId="ADAL" clId="{CB000562-7C48-4B50-964D-062BA5938E13}" dt="2024-06-24T15:48:06.143" v="2301" actId="21"/>
        <pc:sldMkLst>
          <pc:docMk/>
          <pc:sldMk cId="3969725814" sldId="504"/>
        </pc:sldMkLst>
        <pc:spChg chg="mod">
          <ac:chgData name="Oliva-Girbau, Angels" userId="9aea77bf-fdfe-4d29-a02f-b0429c4459d8" providerId="ADAL" clId="{CB000562-7C48-4B50-964D-062BA5938E13}" dt="2024-06-24T14:06:17.995" v="690"/>
          <ac:spMkLst>
            <pc:docMk/>
            <pc:sldMk cId="3969725814" sldId="504"/>
            <ac:spMk id="2" creationId="{944F2662-252F-891A-16D4-24E4D55CEB3F}"/>
          </ac:spMkLst>
        </pc:spChg>
        <pc:spChg chg="add mod">
          <ac:chgData name="Oliva-Girbau, Angels" userId="9aea77bf-fdfe-4d29-a02f-b0429c4459d8" providerId="ADAL" clId="{CB000562-7C48-4B50-964D-062BA5938E13}" dt="2024-06-24T15:48:06.143" v="2301" actId="21"/>
          <ac:spMkLst>
            <pc:docMk/>
            <pc:sldMk cId="3969725814" sldId="504"/>
            <ac:spMk id="5" creationId="{4DB893D8-4CF8-7277-3AA0-AB33DAB80B96}"/>
          </ac:spMkLst>
        </pc:spChg>
        <pc:graphicFrameChg chg="del modGraphic">
          <ac:chgData name="Oliva-Girbau, Angels" userId="9aea77bf-fdfe-4d29-a02f-b0429c4459d8" providerId="ADAL" clId="{CB000562-7C48-4B50-964D-062BA5938E13}" dt="2024-06-24T14:06:01.329" v="683" actId="478"/>
          <ac:graphicFrameMkLst>
            <pc:docMk/>
            <pc:sldMk cId="3969725814" sldId="504"/>
            <ac:graphicFrameMk id="4" creationId="{4B0BE66E-C776-B3A0-C882-1A166EA32F2A}"/>
          </ac:graphicFrameMkLst>
        </pc:graphicFrameChg>
      </pc:sldChg>
      <pc:sldChg chg="addSp modSp mod ord">
        <pc:chgData name="Oliva-Girbau, Angels" userId="9aea77bf-fdfe-4d29-a02f-b0429c4459d8" providerId="ADAL" clId="{CB000562-7C48-4B50-964D-062BA5938E13}" dt="2024-06-24T14:23:11.347" v="940" actId="20577"/>
        <pc:sldMkLst>
          <pc:docMk/>
          <pc:sldMk cId="2397384372" sldId="505"/>
        </pc:sldMkLst>
        <pc:spChg chg="mod">
          <ac:chgData name="Oliva-Girbau, Angels" userId="9aea77bf-fdfe-4d29-a02f-b0429c4459d8" providerId="ADAL" clId="{CB000562-7C48-4B50-964D-062BA5938E13}" dt="2024-06-24T14:23:11.347" v="940" actId="20577"/>
          <ac:spMkLst>
            <pc:docMk/>
            <pc:sldMk cId="2397384372" sldId="505"/>
            <ac:spMk id="2" creationId="{1DAB9B9D-743C-9B21-8D96-4CA779157C4C}"/>
          </ac:spMkLst>
        </pc:spChg>
        <pc:spChg chg="mod">
          <ac:chgData name="Oliva-Girbau, Angels" userId="9aea77bf-fdfe-4d29-a02f-b0429c4459d8" providerId="ADAL" clId="{CB000562-7C48-4B50-964D-062BA5938E13}" dt="2024-06-24T14:10:33.983" v="819" actId="1036"/>
          <ac:spMkLst>
            <pc:docMk/>
            <pc:sldMk cId="2397384372" sldId="505"/>
            <ac:spMk id="4" creationId="{DE1729AB-876D-327C-50C7-057A244A1A90}"/>
          </ac:spMkLst>
        </pc:spChg>
        <pc:spChg chg="mod">
          <ac:chgData name="Oliva-Girbau, Angels" userId="9aea77bf-fdfe-4d29-a02f-b0429c4459d8" providerId="ADAL" clId="{CB000562-7C48-4B50-964D-062BA5938E13}" dt="2024-06-24T14:10:33.983" v="819" actId="1036"/>
          <ac:spMkLst>
            <pc:docMk/>
            <pc:sldMk cId="2397384372" sldId="505"/>
            <ac:spMk id="7" creationId="{88DA0601-61C5-4409-0966-8793A1F19C69}"/>
          </ac:spMkLst>
        </pc:spChg>
        <pc:spChg chg="mod">
          <ac:chgData name="Oliva-Girbau, Angels" userId="9aea77bf-fdfe-4d29-a02f-b0429c4459d8" providerId="ADAL" clId="{CB000562-7C48-4B50-964D-062BA5938E13}" dt="2024-06-24T14:10:33.983" v="819" actId="1036"/>
          <ac:spMkLst>
            <pc:docMk/>
            <pc:sldMk cId="2397384372" sldId="505"/>
            <ac:spMk id="8" creationId="{9002DD74-12A2-9048-8149-F99D347B909C}"/>
          </ac:spMkLst>
        </pc:spChg>
        <pc:spChg chg="mod">
          <ac:chgData name="Oliva-Girbau, Angels" userId="9aea77bf-fdfe-4d29-a02f-b0429c4459d8" providerId="ADAL" clId="{CB000562-7C48-4B50-964D-062BA5938E13}" dt="2024-06-24T14:10:33.983" v="819" actId="1036"/>
          <ac:spMkLst>
            <pc:docMk/>
            <pc:sldMk cId="2397384372" sldId="505"/>
            <ac:spMk id="9" creationId="{DAD48EE7-6AA6-80D2-2722-6DB441FA7ED7}"/>
          </ac:spMkLst>
        </pc:spChg>
        <pc:spChg chg="mod">
          <ac:chgData name="Oliva-Girbau, Angels" userId="9aea77bf-fdfe-4d29-a02f-b0429c4459d8" providerId="ADAL" clId="{CB000562-7C48-4B50-964D-062BA5938E13}" dt="2024-06-24T14:10:33.983" v="819" actId="1036"/>
          <ac:spMkLst>
            <pc:docMk/>
            <pc:sldMk cId="2397384372" sldId="505"/>
            <ac:spMk id="14" creationId="{4481DB1F-4FA4-5AD6-E6E1-750A7D002D0D}"/>
          </ac:spMkLst>
        </pc:spChg>
        <pc:spChg chg="mod">
          <ac:chgData name="Oliva-Girbau, Angels" userId="9aea77bf-fdfe-4d29-a02f-b0429c4459d8" providerId="ADAL" clId="{CB000562-7C48-4B50-964D-062BA5938E13}" dt="2024-06-24T14:10:33.983" v="819" actId="1036"/>
          <ac:spMkLst>
            <pc:docMk/>
            <pc:sldMk cId="2397384372" sldId="505"/>
            <ac:spMk id="15" creationId="{166CC0ED-8C9F-BDBF-62D3-9687D796BDEA}"/>
          </ac:spMkLst>
        </pc:spChg>
        <pc:spChg chg="add mod">
          <ac:chgData name="Oliva-Girbau, Angels" userId="9aea77bf-fdfe-4d29-a02f-b0429c4459d8" providerId="ADAL" clId="{CB000562-7C48-4B50-964D-062BA5938E13}" dt="2024-06-24T14:10:43.367" v="840" actId="20577"/>
          <ac:spMkLst>
            <pc:docMk/>
            <pc:sldMk cId="2397384372" sldId="505"/>
            <ac:spMk id="18" creationId="{B4CB0561-B6F5-7980-9FA5-05248F9FABDD}"/>
          </ac:spMkLst>
        </pc:spChg>
        <pc:cxnChg chg="mod">
          <ac:chgData name="Oliva-Girbau, Angels" userId="9aea77bf-fdfe-4d29-a02f-b0429c4459d8" providerId="ADAL" clId="{CB000562-7C48-4B50-964D-062BA5938E13}" dt="2024-06-24T14:10:33.983" v="819" actId="1036"/>
          <ac:cxnSpMkLst>
            <pc:docMk/>
            <pc:sldMk cId="2397384372" sldId="505"/>
            <ac:cxnSpMk id="3" creationId="{BC4E0484-413F-BEAD-A734-C0465DCD6B10}"/>
          </ac:cxnSpMkLst>
        </pc:cxnChg>
        <pc:cxnChg chg="mod">
          <ac:chgData name="Oliva-Girbau, Angels" userId="9aea77bf-fdfe-4d29-a02f-b0429c4459d8" providerId="ADAL" clId="{CB000562-7C48-4B50-964D-062BA5938E13}" dt="2024-06-24T14:10:33.983" v="819" actId="1036"/>
          <ac:cxnSpMkLst>
            <pc:docMk/>
            <pc:sldMk cId="2397384372" sldId="505"/>
            <ac:cxnSpMk id="5" creationId="{4DFABADE-444F-21B5-8353-C4743DA3638C}"/>
          </ac:cxnSpMkLst>
        </pc:cxnChg>
        <pc:cxnChg chg="mod">
          <ac:chgData name="Oliva-Girbau, Angels" userId="9aea77bf-fdfe-4d29-a02f-b0429c4459d8" providerId="ADAL" clId="{CB000562-7C48-4B50-964D-062BA5938E13}" dt="2024-06-24T14:10:33.983" v="819" actId="1036"/>
          <ac:cxnSpMkLst>
            <pc:docMk/>
            <pc:sldMk cId="2397384372" sldId="505"/>
            <ac:cxnSpMk id="13" creationId="{10AB8186-32F7-76B3-3C18-295CBF2B8B4F}"/>
          </ac:cxnSpMkLst>
        </pc:cxnChg>
      </pc:sldChg>
      <pc:sldChg chg="addSp delSp modSp mod ord">
        <pc:chgData name="Oliva-Girbau, Angels" userId="9aea77bf-fdfe-4d29-a02f-b0429c4459d8" providerId="ADAL" clId="{CB000562-7C48-4B50-964D-062BA5938E13}" dt="2024-06-24T14:23:20.340" v="941" actId="255"/>
        <pc:sldMkLst>
          <pc:docMk/>
          <pc:sldMk cId="2918605094" sldId="506"/>
        </pc:sldMkLst>
        <pc:spChg chg="mod">
          <ac:chgData name="Oliva-Girbau, Angels" userId="9aea77bf-fdfe-4d29-a02f-b0429c4459d8" providerId="ADAL" clId="{CB000562-7C48-4B50-964D-062BA5938E13}" dt="2024-06-24T14:23:20.340" v="941" actId="255"/>
          <ac:spMkLst>
            <pc:docMk/>
            <pc:sldMk cId="2918605094" sldId="506"/>
            <ac:spMk id="2" creationId="{8A9CD5F8-8352-1FBD-5FC7-EE8959E36C73}"/>
          </ac:spMkLst>
        </pc:spChg>
        <pc:spChg chg="mod">
          <ac:chgData name="Oliva-Girbau, Angels" userId="9aea77bf-fdfe-4d29-a02f-b0429c4459d8" providerId="ADAL" clId="{CB000562-7C48-4B50-964D-062BA5938E13}" dt="2024-06-24T13:58:44.635" v="470" actId="1076"/>
          <ac:spMkLst>
            <pc:docMk/>
            <pc:sldMk cId="2918605094" sldId="506"/>
            <ac:spMk id="7" creationId="{A32CDD05-4B20-21EC-F612-4C47C5955757}"/>
          </ac:spMkLst>
        </pc:spChg>
        <pc:spChg chg="del">
          <ac:chgData name="Oliva-Girbau, Angels" userId="9aea77bf-fdfe-4d29-a02f-b0429c4459d8" providerId="ADAL" clId="{CB000562-7C48-4B50-964D-062BA5938E13}" dt="2024-06-24T13:56:33.606" v="342" actId="478"/>
          <ac:spMkLst>
            <pc:docMk/>
            <pc:sldMk cId="2918605094" sldId="506"/>
            <ac:spMk id="10" creationId="{CD62BFC6-6DBF-CA47-0F14-504B5FE0C0DD}"/>
          </ac:spMkLst>
        </pc:spChg>
        <pc:spChg chg="mod">
          <ac:chgData name="Oliva-Girbau, Angels" userId="9aea77bf-fdfe-4d29-a02f-b0429c4459d8" providerId="ADAL" clId="{CB000562-7C48-4B50-964D-062BA5938E13}" dt="2024-06-24T13:58:46.246" v="473" actId="1035"/>
          <ac:spMkLst>
            <pc:docMk/>
            <pc:sldMk cId="2918605094" sldId="506"/>
            <ac:spMk id="13" creationId="{D0B78359-15BD-0E85-A723-03921E03FEA7}"/>
          </ac:spMkLst>
        </pc:spChg>
        <pc:spChg chg="del">
          <ac:chgData name="Oliva-Girbau, Angels" userId="9aea77bf-fdfe-4d29-a02f-b0429c4459d8" providerId="ADAL" clId="{CB000562-7C48-4B50-964D-062BA5938E13}" dt="2024-06-24T13:56:31.652" v="341" actId="478"/>
          <ac:spMkLst>
            <pc:docMk/>
            <pc:sldMk cId="2918605094" sldId="506"/>
            <ac:spMk id="14" creationId="{BA304CC1-A681-515D-DF5D-C6DF3A01B3D0}"/>
          </ac:spMkLst>
        </pc:spChg>
        <pc:spChg chg="mod">
          <ac:chgData name="Oliva-Girbau, Angels" userId="9aea77bf-fdfe-4d29-a02f-b0429c4459d8" providerId="ADAL" clId="{CB000562-7C48-4B50-964D-062BA5938E13}" dt="2024-06-24T13:58:46.246" v="473" actId="1035"/>
          <ac:spMkLst>
            <pc:docMk/>
            <pc:sldMk cId="2918605094" sldId="506"/>
            <ac:spMk id="17" creationId="{47B769B1-F221-2664-F4FE-E8F20341AB03}"/>
          </ac:spMkLst>
        </pc:spChg>
        <pc:picChg chg="add mod">
          <ac:chgData name="Oliva-Girbau, Angels" userId="9aea77bf-fdfe-4d29-a02f-b0429c4459d8" providerId="ADAL" clId="{CB000562-7C48-4B50-964D-062BA5938E13}" dt="2024-06-24T13:58:44.989" v="471" actId="1076"/>
          <ac:picMkLst>
            <pc:docMk/>
            <pc:sldMk cId="2918605094" sldId="506"/>
            <ac:picMk id="3" creationId="{29B4DEC4-E041-6AE9-6831-F25F59104494}"/>
          </ac:picMkLst>
        </pc:picChg>
        <pc:picChg chg="add mod">
          <ac:chgData name="Oliva-Girbau, Angels" userId="9aea77bf-fdfe-4d29-a02f-b0429c4459d8" providerId="ADAL" clId="{CB000562-7C48-4B50-964D-062BA5938E13}" dt="2024-06-24T13:58:44.323" v="469" actId="1076"/>
          <ac:picMkLst>
            <pc:docMk/>
            <pc:sldMk cId="2918605094" sldId="506"/>
            <ac:picMk id="4" creationId="{7E31E288-90EA-1E22-FE46-150E74033AA8}"/>
          </ac:picMkLst>
        </pc:picChg>
        <pc:picChg chg="mod">
          <ac:chgData name="Oliva-Girbau, Angels" userId="9aea77bf-fdfe-4d29-a02f-b0429c4459d8" providerId="ADAL" clId="{CB000562-7C48-4B50-964D-062BA5938E13}" dt="2024-06-24T13:58:46.246" v="473" actId="1035"/>
          <ac:picMkLst>
            <pc:docMk/>
            <pc:sldMk cId="2918605094" sldId="506"/>
            <ac:picMk id="5" creationId="{8136BC77-8550-EBCA-5F14-4AE5F9D7F9B9}"/>
          </ac:picMkLst>
        </pc:picChg>
        <pc:picChg chg="mod">
          <ac:chgData name="Oliva-Girbau, Angels" userId="9aea77bf-fdfe-4d29-a02f-b0429c4459d8" providerId="ADAL" clId="{CB000562-7C48-4B50-964D-062BA5938E13}" dt="2024-06-24T13:58:46.246" v="473" actId="1035"/>
          <ac:picMkLst>
            <pc:docMk/>
            <pc:sldMk cId="2918605094" sldId="506"/>
            <ac:picMk id="9" creationId="{64A5CD94-F36F-2534-B436-3BDA5C00387A}"/>
          </ac:picMkLst>
        </pc:picChg>
        <pc:picChg chg="del">
          <ac:chgData name="Oliva-Girbau, Angels" userId="9aea77bf-fdfe-4d29-a02f-b0429c4459d8" providerId="ADAL" clId="{CB000562-7C48-4B50-964D-062BA5938E13}" dt="2024-06-24T13:56:29.490" v="339" actId="478"/>
          <ac:picMkLst>
            <pc:docMk/>
            <pc:sldMk cId="2918605094" sldId="506"/>
            <ac:picMk id="12" creationId="{C8ADCF7B-2375-BD29-A952-131ACE3191EE}"/>
          </ac:picMkLst>
        </pc:picChg>
        <pc:picChg chg="del">
          <ac:chgData name="Oliva-Girbau, Angels" userId="9aea77bf-fdfe-4d29-a02f-b0429c4459d8" providerId="ADAL" clId="{CB000562-7C48-4B50-964D-062BA5938E13}" dt="2024-06-24T13:56:30.146" v="340" actId="478"/>
          <ac:picMkLst>
            <pc:docMk/>
            <pc:sldMk cId="2918605094" sldId="506"/>
            <ac:picMk id="16" creationId="{041B447E-FF59-AC5C-2EF8-5DAF1F630D5B}"/>
          </ac:picMkLst>
        </pc:picChg>
      </pc:sldChg>
      <pc:sldChg chg="del ord">
        <pc:chgData name="Oliva-Girbau, Angels" userId="9aea77bf-fdfe-4d29-a02f-b0429c4459d8" providerId="ADAL" clId="{CB000562-7C48-4B50-964D-062BA5938E13}" dt="2024-06-24T13:56:07.116" v="332" actId="47"/>
        <pc:sldMkLst>
          <pc:docMk/>
          <pc:sldMk cId="79490159" sldId="507"/>
        </pc:sldMkLst>
      </pc:sldChg>
      <pc:sldChg chg="del">
        <pc:chgData name="Oliva-Girbau, Angels" userId="9aea77bf-fdfe-4d29-a02f-b0429c4459d8" providerId="ADAL" clId="{CB000562-7C48-4B50-964D-062BA5938E13}" dt="2024-06-24T14:00:35.898" v="508" actId="47"/>
        <pc:sldMkLst>
          <pc:docMk/>
          <pc:sldMk cId="483464821" sldId="508"/>
        </pc:sldMkLst>
      </pc:sldChg>
      <pc:sldChg chg="modSp del mod">
        <pc:chgData name="Oliva-Girbau, Angels" userId="9aea77bf-fdfe-4d29-a02f-b0429c4459d8" providerId="ADAL" clId="{CB000562-7C48-4B50-964D-062BA5938E13}" dt="2024-06-24T14:09:54.601" v="787" actId="47"/>
        <pc:sldMkLst>
          <pc:docMk/>
          <pc:sldMk cId="1372330208" sldId="509"/>
        </pc:sldMkLst>
        <pc:spChg chg="mod">
          <ac:chgData name="Oliva-Girbau, Angels" userId="9aea77bf-fdfe-4d29-a02f-b0429c4459d8" providerId="ADAL" clId="{CB000562-7C48-4B50-964D-062BA5938E13}" dt="2024-06-24T14:08:31.480" v="769" actId="21"/>
          <ac:spMkLst>
            <pc:docMk/>
            <pc:sldMk cId="1372330208" sldId="509"/>
            <ac:spMk id="3" creationId="{EB769F76-DFAC-C03B-C706-EA9154906365}"/>
          </ac:spMkLst>
        </pc:spChg>
      </pc:sldChg>
      <pc:sldChg chg="del">
        <pc:chgData name="Oliva-Girbau, Angels" userId="9aea77bf-fdfe-4d29-a02f-b0429c4459d8" providerId="ADAL" clId="{CB000562-7C48-4B50-964D-062BA5938E13}" dt="2024-06-24T14:10:47.652" v="841" actId="47"/>
        <pc:sldMkLst>
          <pc:docMk/>
          <pc:sldMk cId="3649640729" sldId="510"/>
        </pc:sldMkLst>
      </pc:sldChg>
      <pc:sldChg chg="modSp mod">
        <pc:chgData name="Oliva-Girbau, Angels" userId="9aea77bf-fdfe-4d29-a02f-b0429c4459d8" providerId="ADAL" clId="{CB000562-7C48-4B50-964D-062BA5938E13}" dt="2024-06-24T14:27:26.832" v="1061" actId="20577"/>
        <pc:sldMkLst>
          <pc:docMk/>
          <pc:sldMk cId="1464720575" sldId="511"/>
        </pc:sldMkLst>
        <pc:spChg chg="mod">
          <ac:chgData name="Oliva-Girbau, Angels" userId="9aea77bf-fdfe-4d29-a02f-b0429c4459d8" providerId="ADAL" clId="{CB000562-7C48-4B50-964D-062BA5938E13}" dt="2024-06-24T14:11:43.306" v="873" actId="20577"/>
          <ac:spMkLst>
            <pc:docMk/>
            <pc:sldMk cId="1464720575" sldId="511"/>
            <ac:spMk id="2" creationId="{2D6CA620-FF1D-9D82-8740-BDC6BAFE9C61}"/>
          </ac:spMkLst>
        </pc:spChg>
        <pc:spChg chg="mod">
          <ac:chgData name="Oliva-Girbau, Angels" userId="9aea77bf-fdfe-4d29-a02f-b0429c4459d8" providerId="ADAL" clId="{CB000562-7C48-4B50-964D-062BA5938E13}" dt="2024-06-24T14:27:26.832" v="1061" actId="20577"/>
          <ac:spMkLst>
            <pc:docMk/>
            <pc:sldMk cId="1464720575" sldId="511"/>
            <ac:spMk id="3" creationId="{5E6A9D5E-4A9A-676B-A344-1C6F6CFE5A38}"/>
          </ac:spMkLst>
        </pc:spChg>
      </pc:sldChg>
      <pc:sldChg chg="modSp mod">
        <pc:chgData name="Oliva-Girbau, Angels" userId="9aea77bf-fdfe-4d29-a02f-b0429c4459d8" providerId="ADAL" clId="{CB000562-7C48-4B50-964D-062BA5938E13}" dt="2024-06-24T14:27:54.548" v="1064" actId="6549"/>
        <pc:sldMkLst>
          <pc:docMk/>
          <pc:sldMk cId="1764642276" sldId="512"/>
        </pc:sldMkLst>
        <pc:spChg chg="mod">
          <ac:chgData name="Oliva-Girbau, Angels" userId="9aea77bf-fdfe-4d29-a02f-b0429c4459d8" providerId="ADAL" clId="{CB000562-7C48-4B50-964D-062BA5938E13}" dt="2024-06-24T14:17:31.617" v="885" actId="255"/>
          <ac:spMkLst>
            <pc:docMk/>
            <pc:sldMk cId="1764642276" sldId="512"/>
            <ac:spMk id="2" creationId="{2D6CA620-FF1D-9D82-8740-BDC6BAFE9C61}"/>
          </ac:spMkLst>
        </pc:spChg>
        <pc:spChg chg="mod">
          <ac:chgData name="Oliva-Girbau, Angels" userId="9aea77bf-fdfe-4d29-a02f-b0429c4459d8" providerId="ADAL" clId="{CB000562-7C48-4B50-964D-062BA5938E13}" dt="2024-06-24T14:27:54.548" v="1064" actId="6549"/>
          <ac:spMkLst>
            <pc:docMk/>
            <pc:sldMk cId="1764642276" sldId="512"/>
            <ac:spMk id="3" creationId="{5E6A9D5E-4A9A-676B-A344-1C6F6CFE5A38}"/>
          </ac:spMkLst>
        </pc:spChg>
      </pc:sldChg>
      <pc:sldChg chg="modSp del mod">
        <pc:chgData name="Oliva-Girbau, Angels" userId="9aea77bf-fdfe-4d29-a02f-b0429c4459d8" providerId="ADAL" clId="{CB000562-7C48-4B50-964D-062BA5938E13}" dt="2024-06-24T14:01:46.056" v="555" actId="47"/>
        <pc:sldMkLst>
          <pc:docMk/>
          <pc:sldMk cId="2229267287" sldId="513"/>
        </pc:sldMkLst>
        <pc:spChg chg="mod">
          <ac:chgData name="Oliva-Girbau, Angels" userId="9aea77bf-fdfe-4d29-a02f-b0429c4459d8" providerId="ADAL" clId="{CB000562-7C48-4B50-964D-062BA5938E13}" dt="2024-06-24T14:01:44.203" v="554" actId="21"/>
          <ac:spMkLst>
            <pc:docMk/>
            <pc:sldMk cId="2229267287" sldId="513"/>
            <ac:spMk id="4" creationId="{7D7009A7-0CA5-6111-A094-F0A996566AF5}"/>
          </ac:spMkLst>
        </pc:spChg>
      </pc:sldChg>
      <pc:sldChg chg="modSp mod ord">
        <pc:chgData name="Oliva-Girbau, Angels" userId="9aea77bf-fdfe-4d29-a02f-b0429c4459d8" providerId="ADAL" clId="{CB000562-7C48-4B50-964D-062BA5938E13}" dt="2024-06-24T14:33:15.118" v="1199" actId="1076"/>
        <pc:sldMkLst>
          <pc:docMk/>
          <pc:sldMk cId="402538289" sldId="514"/>
        </pc:sldMkLst>
        <pc:spChg chg="mod">
          <ac:chgData name="Oliva-Girbau, Angels" userId="9aea77bf-fdfe-4d29-a02f-b0429c4459d8" providerId="ADAL" clId="{CB000562-7C48-4B50-964D-062BA5938E13}" dt="2024-06-24T14:33:15.118" v="1199" actId="1076"/>
          <ac:spMkLst>
            <pc:docMk/>
            <pc:sldMk cId="402538289" sldId="514"/>
            <ac:spMk id="2" creationId="{92AA6A18-03C9-BC30-3C1E-F8D73DB6856A}"/>
          </ac:spMkLst>
        </pc:spChg>
        <pc:spChg chg="mod">
          <ac:chgData name="Oliva-Girbau, Angels" userId="9aea77bf-fdfe-4d29-a02f-b0429c4459d8" providerId="ADAL" clId="{CB000562-7C48-4B50-964D-062BA5938E13}" dt="2024-06-24T14:31:27.513" v="1178" actId="20577"/>
          <ac:spMkLst>
            <pc:docMk/>
            <pc:sldMk cId="402538289" sldId="514"/>
            <ac:spMk id="3" creationId="{75DA33DF-667A-BF64-FC29-6CDA33F9B7A5}"/>
          </ac:spMkLst>
        </pc:spChg>
      </pc:sldChg>
      <pc:sldChg chg="modSp mod">
        <pc:chgData name="Oliva-Girbau, Angels" userId="9aea77bf-fdfe-4d29-a02f-b0429c4459d8" providerId="ADAL" clId="{CB000562-7C48-4B50-964D-062BA5938E13}" dt="2024-06-24T15:47:42.314" v="2300" actId="255"/>
        <pc:sldMkLst>
          <pc:docMk/>
          <pc:sldMk cId="1321977405" sldId="515"/>
        </pc:sldMkLst>
        <pc:spChg chg="mod">
          <ac:chgData name="Oliva-Girbau, Angels" userId="9aea77bf-fdfe-4d29-a02f-b0429c4459d8" providerId="ADAL" clId="{CB000562-7C48-4B50-964D-062BA5938E13}" dt="2024-06-24T14:49:42.713" v="1716"/>
          <ac:spMkLst>
            <pc:docMk/>
            <pc:sldMk cId="1321977405" sldId="515"/>
            <ac:spMk id="2" creationId="{946FED3B-7C49-F7E2-EE9B-0ACF11ECB688}"/>
          </ac:spMkLst>
        </pc:spChg>
        <pc:spChg chg="mod">
          <ac:chgData name="Oliva-Girbau, Angels" userId="9aea77bf-fdfe-4d29-a02f-b0429c4459d8" providerId="ADAL" clId="{CB000562-7C48-4B50-964D-062BA5938E13}" dt="2024-06-24T15:47:42.314" v="2300" actId="255"/>
          <ac:spMkLst>
            <pc:docMk/>
            <pc:sldMk cId="1321977405" sldId="515"/>
            <ac:spMk id="3" creationId="{19D575A8-ACC1-CC8F-4226-92C88A516BB2}"/>
          </ac:spMkLst>
        </pc:spChg>
      </pc:sldChg>
      <pc:sldChg chg="modSp mod">
        <pc:chgData name="Oliva-Girbau, Angels" userId="9aea77bf-fdfe-4d29-a02f-b0429c4459d8" providerId="ADAL" clId="{CB000562-7C48-4B50-964D-062BA5938E13}" dt="2024-06-24T14:49:53.362" v="1717" actId="14100"/>
        <pc:sldMkLst>
          <pc:docMk/>
          <pc:sldMk cId="3090101296" sldId="516"/>
        </pc:sldMkLst>
        <pc:spChg chg="mod">
          <ac:chgData name="Oliva-Girbau, Angels" userId="9aea77bf-fdfe-4d29-a02f-b0429c4459d8" providerId="ADAL" clId="{CB000562-7C48-4B50-964D-062BA5938E13}" dt="2024-06-24T14:49:39.243" v="1714" actId="21"/>
          <ac:spMkLst>
            <pc:docMk/>
            <pc:sldMk cId="3090101296" sldId="516"/>
            <ac:spMk id="2" creationId="{45ADE4A7-948B-52E5-3F4E-C7A2D97BF375}"/>
          </ac:spMkLst>
        </pc:spChg>
        <pc:spChg chg="mod">
          <ac:chgData name="Oliva-Girbau, Angels" userId="9aea77bf-fdfe-4d29-a02f-b0429c4459d8" providerId="ADAL" clId="{CB000562-7C48-4B50-964D-062BA5938E13}" dt="2024-06-24T14:49:53.362" v="1717" actId="14100"/>
          <ac:spMkLst>
            <pc:docMk/>
            <pc:sldMk cId="3090101296" sldId="516"/>
            <ac:spMk id="3" creationId="{21FF69F2-C734-F45E-6EF3-656B85579B01}"/>
          </ac:spMkLst>
        </pc:spChg>
      </pc:sldChg>
      <pc:sldChg chg="modSp mod">
        <pc:chgData name="Oliva-Girbau, Angels" userId="9aea77bf-fdfe-4d29-a02f-b0429c4459d8" providerId="ADAL" clId="{CB000562-7C48-4B50-964D-062BA5938E13}" dt="2024-06-24T15:47:34.256" v="2299" actId="255"/>
        <pc:sldMkLst>
          <pc:docMk/>
          <pc:sldMk cId="3375163876" sldId="517"/>
        </pc:sldMkLst>
        <pc:spChg chg="mod">
          <ac:chgData name="Oliva-Girbau, Angels" userId="9aea77bf-fdfe-4d29-a02f-b0429c4459d8" providerId="ADAL" clId="{CB000562-7C48-4B50-964D-062BA5938E13}" dt="2024-06-24T15:21:57.766" v="1757" actId="27636"/>
          <ac:spMkLst>
            <pc:docMk/>
            <pc:sldMk cId="3375163876" sldId="517"/>
            <ac:spMk id="2" creationId="{98CA58DA-7D08-12C4-C3C1-3AADAF9574CA}"/>
          </ac:spMkLst>
        </pc:spChg>
        <pc:spChg chg="mod">
          <ac:chgData name="Oliva-Girbau, Angels" userId="9aea77bf-fdfe-4d29-a02f-b0429c4459d8" providerId="ADAL" clId="{CB000562-7C48-4B50-964D-062BA5938E13}" dt="2024-06-24T15:47:34.256" v="2299" actId="255"/>
          <ac:spMkLst>
            <pc:docMk/>
            <pc:sldMk cId="3375163876" sldId="517"/>
            <ac:spMk id="3" creationId="{4AD07CCB-2E8F-4402-1434-C554736E60DF}"/>
          </ac:spMkLst>
        </pc:spChg>
      </pc:sldChg>
      <pc:sldChg chg="modSp mod">
        <pc:chgData name="Oliva-Girbau, Angels" userId="9aea77bf-fdfe-4d29-a02f-b0429c4459d8" providerId="ADAL" clId="{CB000562-7C48-4B50-964D-062BA5938E13}" dt="2024-06-24T15:36:32.357" v="2021" actId="14100"/>
        <pc:sldMkLst>
          <pc:docMk/>
          <pc:sldMk cId="3809659178" sldId="518"/>
        </pc:sldMkLst>
        <pc:spChg chg="mod">
          <ac:chgData name="Oliva-Girbau, Angels" userId="9aea77bf-fdfe-4d29-a02f-b0429c4459d8" providerId="ADAL" clId="{CB000562-7C48-4B50-964D-062BA5938E13}" dt="2024-06-24T15:23:03.609" v="1791"/>
          <ac:spMkLst>
            <pc:docMk/>
            <pc:sldMk cId="3809659178" sldId="518"/>
            <ac:spMk id="2" creationId="{98CA58DA-7D08-12C4-C3C1-3AADAF9574CA}"/>
          </ac:spMkLst>
        </pc:spChg>
        <pc:spChg chg="mod">
          <ac:chgData name="Oliva-Girbau, Angels" userId="9aea77bf-fdfe-4d29-a02f-b0429c4459d8" providerId="ADAL" clId="{CB000562-7C48-4B50-964D-062BA5938E13}" dt="2024-06-24T15:36:32.357" v="2021" actId="14100"/>
          <ac:spMkLst>
            <pc:docMk/>
            <pc:sldMk cId="3809659178" sldId="518"/>
            <ac:spMk id="3" creationId="{4AD07CCB-2E8F-4402-1434-C554736E60DF}"/>
          </ac:spMkLst>
        </pc:spChg>
      </pc:sldChg>
      <pc:sldChg chg="modSp mod">
        <pc:chgData name="Oliva-Girbau, Angels" userId="9aea77bf-fdfe-4d29-a02f-b0429c4459d8" providerId="ADAL" clId="{CB000562-7C48-4B50-964D-062BA5938E13}" dt="2024-06-24T15:41:25.917" v="2151" actId="21"/>
        <pc:sldMkLst>
          <pc:docMk/>
          <pc:sldMk cId="2597962379" sldId="519"/>
        </pc:sldMkLst>
        <pc:spChg chg="mod">
          <ac:chgData name="Oliva-Girbau, Angels" userId="9aea77bf-fdfe-4d29-a02f-b0429c4459d8" providerId="ADAL" clId="{CB000562-7C48-4B50-964D-062BA5938E13}" dt="2024-06-24T15:41:12.576" v="2147" actId="20577"/>
          <ac:spMkLst>
            <pc:docMk/>
            <pc:sldMk cId="2597962379" sldId="519"/>
            <ac:spMk id="2" creationId="{98CA58DA-7D08-12C4-C3C1-3AADAF9574CA}"/>
          </ac:spMkLst>
        </pc:spChg>
        <pc:spChg chg="mod">
          <ac:chgData name="Oliva-Girbau, Angels" userId="9aea77bf-fdfe-4d29-a02f-b0429c4459d8" providerId="ADAL" clId="{CB000562-7C48-4B50-964D-062BA5938E13}" dt="2024-06-24T15:41:25.917" v="2151" actId="21"/>
          <ac:spMkLst>
            <pc:docMk/>
            <pc:sldMk cId="2597962379" sldId="519"/>
            <ac:spMk id="3" creationId="{4AD07CCB-2E8F-4402-1434-C554736E60DF}"/>
          </ac:spMkLst>
        </pc:spChg>
      </pc:sldChg>
      <pc:sldChg chg="modSp mod">
        <pc:chgData name="Oliva-Girbau, Angels" userId="9aea77bf-fdfe-4d29-a02f-b0429c4459d8" providerId="ADAL" clId="{CB000562-7C48-4B50-964D-062BA5938E13}" dt="2024-06-24T15:41:59.092" v="2168" actId="20577"/>
        <pc:sldMkLst>
          <pc:docMk/>
          <pc:sldMk cId="2218342554" sldId="520"/>
        </pc:sldMkLst>
        <pc:spChg chg="mod">
          <ac:chgData name="Oliva-Girbau, Angels" userId="9aea77bf-fdfe-4d29-a02f-b0429c4459d8" providerId="ADAL" clId="{CB000562-7C48-4B50-964D-062BA5938E13}" dt="2024-06-24T15:41:20.423" v="2150" actId="1036"/>
          <ac:spMkLst>
            <pc:docMk/>
            <pc:sldMk cId="2218342554" sldId="520"/>
            <ac:spMk id="2" creationId="{FF518352-8E08-D8B6-C24B-FAC51049754A}"/>
          </ac:spMkLst>
        </pc:spChg>
        <pc:spChg chg="mod">
          <ac:chgData name="Oliva-Girbau, Angels" userId="9aea77bf-fdfe-4d29-a02f-b0429c4459d8" providerId="ADAL" clId="{CB000562-7C48-4B50-964D-062BA5938E13}" dt="2024-06-24T15:41:59.092" v="2168" actId="20577"/>
          <ac:spMkLst>
            <pc:docMk/>
            <pc:sldMk cId="2218342554" sldId="520"/>
            <ac:spMk id="3" creationId="{FF9237BC-B302-75C3-96CC-F5DC596CBF68}"/>
          </ac:spMkLst>
        </pc:spChg>
      </pc:sldChg>
      <pc:sldChg chg="delSp modSp add mod">
        <pc:chgData name="Oliva-Girbau, Angels" userId="9aea77bf-fdfe-4d29-a02f-b0429c4459d8" providerId="ADAL" clId="{CB000562-7C48-4B50-964D-062BA5938E13}" dt="2024-06-24T14:23:38.502" v="954" actId="1076"/>
        <pc:sldMkLst>
          <pc:docMk/>
          <pc:sldMk cId="537562544" sldId="521"/>
        </pc:sldMkLst>
        <pc:spChg chg="mod">
          <ac:chgData name="Oliva-Girbau, Angels" userId="9aea77bf-fdfe-4d29-a02f-b0429c4459d8" providerId="ADAL" clId="{CB000562-7C48-4B50-964D-062BA5938E13}" dt="2024-06-24T14:23:38.502" v="954" actId="1076"/>
          <ac:spMkLst>
            <pc:docMk/>
            <pc:sldMk cId="537562544" sldId="521"/>
            <ac:spMk id="2" creationId="{8A9CD5F8-8352-1FBD-5FC7-EE8959E36C73}"/>
          </ac:spMkLst>
        </pc:spChg>
        <pc:spChg chg="mod">
          <ac:chgData name="Oliva-Girbau, Angels" userId="9aea77bf-fdfe-4d29-a02f-b0429c4459d8" providerId="ADAL" clId="{CB000562-7C48-4B50-964D-062BA5938E13}" dt="2024-06-24T14:00:30.334" v="507" actId="1076"/>
          <ac:spMkLst>
            <pc:docMk/>
            <pc:sldMk cId="537562544" sldId="521"/>
            <ac:spMk id="10" creationId="{CD62BFC6-6DBF-CA47-0F14-504B5FE0C0DD}"/>
          </ac:spMkLst>
        </pc:spChg>
        <pc:spChg chg="del">
          <ac:chgData name="Oliva-Girbau, Angels" userId="9aea77bf-fdfe-4d29-a02f-b0429c4459d8" providerId="ADAL" clId="{CB000562-7C48-4B50-964D-062BA5938E13}" dt="2024-06-24T13:56:37.669" v="344" actId="478"/>
          <ac:spMkLst>
            <pc:docMk/>
            <pc:sldMk cId="537562544" sldId="521"/>
            <ac:spMk id="13" creationId="{D0B78359-15BD-0E85-A723-03921E03FEA7}"/>
          </ac:spMkLst>
        </pc:spChg>
        <pc:spChg chg="mod">
          <ac:chgData name="Oliva-Girbau, Angels" userId="9aea77bf-fdfe-4d29-a02f-b0429c4459d8" providerId="ADAL" clId="{CB000562-7C48-4B50-964D-062BA5938E13}" dt="2024-06-24T14:00:18.251" v="503" actId="20577"/>
          <ac:spMkLst>
            <pc:docMk/>
            <pc:sldMk cId="537562544" sldId="521"/>
            <ac:spMk id="14" creationId="{BA304CC1-A681-515D-DF5D-C6DF3A01B3D0}"/>
          </ac:spMkLst>
        </pc:spChg>
        <pc:spChg chg="del">
          <ac:chgData name="Oliva-Girbau, Angels" userId="9aea77bf-fdfe-4d29-a02f-b0429c4459d8" providerId="ADAL" clId="{CB000562-7C48-4B50-964D-062BA5938E13}" dt="2024-06-24T13:56:39.951" v="346" actId="478"/>
          <ac:spMkLst>
            <pc:docMk/>
            <pc:sldMk cId="537562544" sldId="521"/>
            <ac:spMk id="17" creationId="{47B769B1-F221-2664-F4FE-E8F20341AB03}"/>
          </ac:spMkLst>
        </pc:spChg>
        <pc:picChg chg="del">
          <ac:chgData name="Oliva-Girbau, Angels" userId="9aea77bf-fdfe-4d29-a02f-b0429c4459d8" providerId="ADAL" clId="{CB000562-7C48-4B50-964D-062BA5938E13}" dt="2024-06-24T13:56:38.447" v="345" actId="478"/>
          <ac:picMkLst>
            <pc:docMk/>
            <pc:sldMk cId="537562544" sldId="521"/>
            <ac:picMk id="5" creationId="{8136BC77-8550-EBCA-5F14-4AE5F9D7F9B9}"/>
          </ac:picMkLst>
        </pc:picChg>
        <pc:picChg chg="del">
          <ac:chgData name="Oliva-Girbau, Angels" userId="9aea77bf-fdfe-4d29-a02f-b0429c4459d8" providerId="ADAL" clId="{CB000562-7C48-4B50-964D-062BA5938E13}" dt="2024-06-24T13:56:35.641" v="343" actId="478"/>
          <ac:picMkLst>
            <pc:docMk/>
            <pc:sldMk cId="537562544" sldId="521"/>
            <ac:picMk id="9" creationId="{64A5CD94-F36F-2534-B436-3BDA5C00387A}"/>
          </ac:picMkLst>
        </pc:picChg>
        <pc:picChg chg="mod">
          <ac:chgData name="Oliva-Girbau, Angels" userId="9aea77bf-fdfe-4d29-a02f-b0429c4459d8" providerId="ADAL" clId="{CB000562-7C48-4B50-964D-062BA5938E13}" dt="2024-06-24T13:59:10.773" v="479" actId="14100"/>
          <ac:picMkLst>
            <pc:docMk/>
            <pc:sldMk cId="537562544" sldId="521"/>
            <ac:picMk id="12" creationId="{C8ADCF7B-2375-BD29-A952-131ACE3191EE}"/>
          </ac:picMkLst>
        </pc:picChg>
        <pc:picChg chg="mod">
          <ac:chgData name="Oliva-Girbau, Angels" userId="9aea77bf-fdfe-4d29-a02f-b0429c4459d8" providerId="ADAL" clId="{CB000562-7C48-4B50-964D-062BA5938E13}" dt="2024-06-24T14:00:07.107" v="502" actId="14100"/>
          <ac:picMkLst>
            <pc:docMk/>
            <pc:sldMk cId="537562544" sldId="521"/>
            <ac:picMk id="16" creationId="{041B447E-FF59-AC5C-2EF8-5DAF1F630D5B}"/>
          </ac:picMkLst>
        </pc:picChg>
      </pc:sldChg>
      <pc:sldChg chg="modSp add mod">
        <pc:chgData name="Oliva-Girbau, Angels" userId="9aea77bf-fdfe-4d29-a02f-b0429c4459d8" providerId="ADAL" clId="{CB000562-7C48-4B50-964D-062BA5938E13}" dt="2024-06-24T14:25:27.415" v="1026" actId="14100"/>
        <pc:sldMkLst>
          <pc:docMk/>
          <pc:sldMk cId="2814861812" sldId="522"/>
        </pc:sldMkLst>
        <pc:spChg chg="mod">
          <ac:chgData name="Oliva-Girbau, Angels" userId="9aea77bf-fdfe-4d29-a02f-b0429c4459d8" providerId="ADAL" clId="{CB000562-7C48-4B50-964D-062BA5938E13}" dt="2024-06-24T14:25:27.415" v="1026" actId="14100"/>
          <ac:spMkLst>
            <pc:docMk/>
            <pc:sldMk cId="2814861812" sldId="522"/>
            <ac:spMk id="2" creationId="{944F2662-252F-891A-16D4-24E4D55CEB3F}"/>
          </ac:spMkLst>
        </pc:spChg>
        <pc:graphicFrameChg chg="modGraphic">
          <ac:chgData name="Oliva-Girbau, Angels" userId="9aea77bf-fdfe-4d29-a02f-b0429c4459d8" providerId="ADAL" clId="{CB000562-7C48-4B50-964D-062BA5938E13}" dt="2024-06-24T14:20:08.008" v="911" actId="14734"/>
          <ac:graphicFrameMkLst>
            <pc:docMk/>
            <pc:sldMk cId="2814861812" sldId="522"/>
            <ac:graphicFrameMk id="4" creationId="{4B0BE66E-C776-B3A0-C882-1A166EA32F2A}"/>
          </ac:graphicFrameMkLst>
        </pc:graphicFrameChg>
      </pc:sldChg>
      <pc:sldChg chg="modSp add mod ord">
        <pc:chgData name="Oliva-Girbau, Angels" userId="9aea77bf-fdfe-4d29-a02f-b0429c4459d8" providerId="ADAL" clId="{CB000562-7C48-4B50-964D-062BA5938E13}" dt="2024-06-24T14:09:24.323" v="782"/>
        <pc:sldMkLst>
          <pc:docMk/>
          <pc:sldMk cId="1868003414" sldId="523"/>
        </pc:sldMkLst>
        <pc:spChg chg="mod">
          <ac:chgData name="Oliva-Girbau, Angels" userId="9aea77bf-fdfe-4d29-a02f-b0429c4459d8" providerId="ADAL" clId="{CB000562-7C48-4B50-964D-062BA5938E13}" dt="2024-06-24T14:09:14.650" v="780" actId="255"/>
          <ac:spMkLst>
            <pc:docMk/>
            <pc:sldMk cId="1868003414" sldId="523"/>
            <ac:spMk id="5" creationId="{4DB893D8-4CF8-7277-3AA0-AB33DAB80B96}"/>
          </ac:spMkLst>
        </pc:spChg>
      </pc:sldChg>
      <pc:sldChg chg="modSp add mod">
        <pc:chgData name="Oliva-Girbau, Angels" userId="9aea77bf-fdfe-4d29-a02f-b0429c4459d8" providerId="ADAL" clId="{CB000562-7C48-4B50-964D-062BA5938E13}" dt="2024-06-24T14:29:40.062" v="1102" actId="20577"/>
        <pc:sldMkLst>
          <pc:docMk/>
          <pc:sldMk cId="2637062499" sldId="524"/>
        </pc:sldMkLst>
        <pc:spChg chg="mod">
          <ac:chgData name="Oliva-Girbau, Angels" userId="9aea77bf-fdfe-4d29-a02f-b0429c4459d8" providerId="ADAL" clId="{CB000562-7C48-4B50-964D-062BA5938E13}" dt="2024-06-24T14:29:40.062" v="1102" actId="20577"/>
          <ac:spMkLst>
            <pc:docMk/>
            <pc:sldMk cId="2637062499" sldId="524"/>
            <ac:spMk id="2" creationId="{2D6CA620-FF1D-9D82-8740-BDC6BAFE9C61}"/>
          </ac:spMkLst>
        </pc:spChg>
        <pc:spChg chg="mod">
          <ac:chgData name="Oliva-Girbau, Angels" userId="9aea77bf-fdfe-4d29-a02f-b0429c4459d8" providerId="ADAL" clId="{CB000562-7C48-4B50-964D-062BA5938E13}" dt="2024-06-24T14:29:02.586" v="1094" actId="20577"/>
          <ac:spMkLst>
            <pc:docMk/>
            <pc:sldMk cId="2637062499" sldId="524"/>
            <ac:spMk id="3" creationId="{5E6A9D5E-4A9A-676B-A344-1C6F6CFE5A38}"/>
          </ac:spMkLst>
        </pc:spChg>
      </pc:sldChg>
      <pc:sldChg chg="modSp add mod modClrScheme chgLayout">
        <pc:chgData name="Oliva-Girbau, Angels" userId="9aea77bf-fdfe-4d29-a02f-b0429c4459d8" providerId="ADAL" clId="{CB000562-7C48-4B50-964D-062BA5938E13}" dt="2024-06-24T14:36:41.163" v="1233" actId="700"/>
        <pc:sldMkLst>
          <pc:docMk/>
          <pc:sldMk cId="2347764103" sldId="525"/>
        </pc:sldMkLst>
        <pc:spChg chg="mod ord">
          <ac:chgData name="Oliva-Girbau, Angels" userId="9aea77bf-fdfe-4d29-a02f-b0429c4459d8" providerId="ADAL" clId="{CB000562-7C48-4B50-964D-062BA5938E13}" dt="2024-06-24T14:36:41.163" v="1233" actId="700"/>
          <ac:spMkLst>
            <pc:docMk/>
            <pc:sldMk cId="2347764103" sldId="525"/>
            <ac:spMk id="2" creationId="{F6164691-C005-1E0A-BB0B-2F257103BE66}"/>
          </ac:spMkLst>
        </pc:spChg>
        <pc:spChg chg="mod ord">
          <ac:chgData name="Oliva-Girbau, Angels" userId="9aea77bf-fdfe-4d29-a02f-b0429c4459d8" providerId="ADAL" clId="{CB000562-7C48-4B50-964D-062BA5938E13}" dt="2024-06-24T14:36:41.163" v="1233" actId="700"/>
          <ac:spMkLst>
            <pc:docMk/>
            <pc:sldMk cId="2347764103" sldId="525"/>
            <ac:spMk id="3" creationId="{D89901A2-04AE-D3CB-FC46-ED162487BC92}"/>
          </ac:spMkLst>
        </pc:spChg>
      </pc:sldChg>
      <pc:sldChg chg="modSp add mod ord">
        <pc:chgData name="Oliva-Girbau, Angels" userId="9aea77bf-fdfe-4d29-a02f-b0429c4459d8" providerId="ADAL" clId="{CB000562-7C48-4B50-964D-062BA5938E13}" dt="2024-06-24T15:26:46.165" v="1845" actId="20577"/>
        <pc:sldMkLst>
          <pc:docMk/>
          <pc:sldMk cId="771125259" sldId="526"/>
        </pc:sldMkLst>
        <pc:spChg chg="mod">
          <ac:chgData name="Oliva-Girbau, Angels" userId="9aea77bf-fdfe-4d29-a02f-b0429c4459d8" providerId="ADAL" clId="{CB000562-7C48-4B50-964D-062BA5938E13}" dt="2024-06-24T15:21:19.591" v="1746" actId="20577"/>
          <ac:spMkLst>
            <pc:docMk/>
            <pc:sldMk cId="771125259" sldId="526"/>
            <ac:spMk id="2" creationId="{2D6CA620-FF1D-9D82-8740-BDC6BAFE9C61}"/>
          </ac:spMkLst>
        </pc:spChg>
        <pc:spChg chg="mod">
          <ac:chgData name="Oliva-Girbau, Angels" userId="9aea77bf-fdfe-4d29-a02f-b0429c4459d8" providerId="ADAL" clId="{CB000562-7C48-4B50-964D-062BA5938E13}" dt="2024-06-24T15:26:46.165" v="1845" actId="20577"/>
          <ac:spMkLst>
            <pc:docMk/>
            <pc:sldMk cId="771125259" sldId="526"/>
            <ac:spMk id="3" creationId="{5E6A9D5E-4A9A-676B-A344-1C6F6CFE5A38}"/>
          </ac:spMkLst>
        </pc:spChg>
      </pc:sldChg>
      <pc:sldChg chg="modSp mod">
        <pc:chgData name="Oliva-Girbau, Angels" userId="9aea77bf-fdfe-4d29-a02f-b0429c4459d8" providerId="ADAL" clId="{CB000562-7C48-4B50-964D-062BA5938E13}" dt="2024-06-24T15:35:04.608" v="1925" actId="255"/>
        <pc:sldMkLst>
          <pc:docMk/>
          <pc:sldMk cId="2243436324" sldId="527"/>
        </pc:sldMkLst>
        <pc:spChg chg="mod">
          <ac:chgData name="Oliva-Girbau, Angels" userId="9aea77bf-fdfe-4d29-a02f-b0429c4459d8" providerId="ADAL" clId="{CB000562-7C48-4B50-964D-062BA5938E13}" dt="2024-06-24T15:21:26.334" v="1747"/>
          <ac:spMkLst>
            <pc:docMk/>
            <pc:sldMk cId="2243436324" sldId="527"/>
            <ac:spMk id="2" creationId="{2D6CA620-FF1D-9D82-8740-BDC6BAFE9C61}"/>
          </ac:spMkLst>
        </pc:spChg>
        <pc:spChg chg="mod">
          <ac:chgData name="Oliva-Girbau, Angels" userId="9aea77bf-fdfe-4d29-a02f-b0429c4459d8" providerId="ADAL" clId="{CB000562-7C48-4B50-964D-062BA5938E13}" dt="2024-06-24T15:35:04.608" v="1925" actId="255"/>
          <ac:spMkLst>
            <pc:docMk/>
            <pc:sldMk cId="2243436324" sldId="527"/>
            <ac:spMk id="3" creationId="{5E6A9D5E-4A9A-676B-A344-1C6F6CFE5A38}"/>
          </ac:spMkLst>
        </pc:spChg>
      </pc:sldChg>
      <pc:sldChg chg="modSp add del mod">
        <pc:chgData name="Oliva-Girbau, Angels" userId="9aea77bf-fdfe-4d29-a02f-b0429c4459d8" providerId="ADAL" clId="{CB000562-7C48-4B50-964D-062BA5938E13}" dt="2024-06-24T15:42:37.963" v="2169" actId="47"/>
        <pc:sldMkLst>
          <pc:docMk/>
          <pc:sldMk cId="1123062922" sldId="528"/>
        </pc:sldMkLst>
        <pc:spChg chg="mod">
          <ac:chgData name="Oliva-Girbau, Angels" userId="9aea77bf-fdfe-4d29-a02f-b0429c4459d8" providerId="ADAL" clId="{CB000562-7C48-4B50-964D-062BA5938E13}" dt="2024-06-24T15:23:41.795" v="1804" actId="27636"/>
          <ac:spMkLst>
            <pc:docMk/>
            <pc:sldMk cId="1123062922" sldId="528"/>
            <ac:spMk id="2" creationId="{98CA58DA-7D08-12C4-C3C1-3AADAF9574CA}"/>
          </ac:spMkLst>
        </pc:spChg>
        <pc:spChg chg="mod">
          <ac:chgData name="Oliva-Girbau, Angels" userId="9aea77bf-fdfe-4d29-a02f-b0429c4459d8" providerId="ADAL" clId="{CB000562-7C48-4B50-964D-062BA5938E13}" dt="2024-06-24T15:39:30.477" v="2122" actId="255"/>
          <ac:spMkLst>
            <pc:docMk/>
            <pc:sldMk cId="1123062922" sldId="528"/>
            <ac:spMk id="3" creationId="{4AD07CCB-2E8F-4402-1434-C554736E60DF}"/>
          </ac:spMkLst>
        </pc:spChg>
      </pc:sldChg>
      <pc:sldChg chg="modSp add mod ord">
        <pc:chgData name="Oliva-Girbau, Angels" userId="9aea77bf-fdfe-4d29-a02f-b0429c4459d8" providerId="ADAL" clId="{CB000562-7C48-4B50-964D-062BA5938E13}" dt="2024-06-24T15:44:04.188" v="2187" actId="255"/>
        <pc:sldMkLst>
          <pc:docMk/>
          <pc:sldMk cId="2339963073" sldId="529"/>
        </pc:sldMkLst>
        <pc:spChg chg="mod">
          <ac:chgData name="Oliva-Girbau, Angels" userId="9aea77bf-fdfe-4d29-a02f-b0429c4459d8" providerId="ADAL" clId="{CB000562-7C48-4B50-964D-062BA5938E13}" dt="2024-06-24T15:24:16.311" v="1813"/>
          <ac:spMkLst>
            <pc:docMk/>
            <pc:sldMk cId="2339963073" sldId="529"/>
            <ac:spMk id="2" creationId="{98CA58DA-7D08-12C4-C3C1-3AADAF9574CA}"/>
          </ac:spMkLst>
        </pc:spChg>
        <pc:spChg chg="mod">
          <ac:chgData name="Oliva-Girbau, Angels" userId="9aea77bf-fdfe-4d29-a02f-b0429c4459d8" providerId="ADAL" clId="{CB000562-7C48-4B50-964D-062BA5938E13}" dt="2024-06-24T15:44:04.188" v="2187" actId="255"/>
          <ac:spMkLst>
            <pc:docMk/>
            <pc:sldMk cId="2339963073" sldId="529"/>
            <ac:spMk id="3" creationId="{4AD07CCB-2E8F-4402-1434-C554736E60DF}"/>
          </ac:spMkLst>
        </pc:spChg>
      </pc:sldChg>
    </pc:docChg>
  </pc:docChgLst>
  <pc:docChgLst>
    <pc:chgData name="Shah, Krupali" userId="cef62020-c637-4d0d-bf4f-48d86b2faefc" providerId="ADAL" clId="{A296EAD2-7976-4FB6-818C-A9D7AA6E6F4B}"/>
    <pc:docChg chg="undo redo custSel addSld delSld modSld sldOrd modSection">
      <pc:chgData name="Shah, Krupali" userId="cef62020-c637-4d0d-bf4f-48d86b2faefc" providerId="ADAL" clId="{A296EAD2-7976-4FB6-818C-A9D7AA6E6F4B}" dt="2024-06-24T15:48:49.484" v="147" actId="20577"/>
      <pc:docMkLst>
        <pc:docMk/>
      </pc:docMkLst>
      <pc:sldChg chg="modSp mod">
        <pc:chgData name="Shah, Krupali" userId="cef62020-c637-4d0d-bf4f-48d86b2faefc" providerId="ADAL" clId="{A296EAD2-7976-4FB6-818C-A9D7AA6E6F4B}" dt="2024-06-24T15:14:28.830" v="23" actId="20577"/>
        <pc:sldMkLst>
          <pc:docMk/>
          <pc:sldMk cId="2769207969" sldId="357"/>
        </pc:sldMkLst>
        <pc:spChg chg="mod">
          <ac:chgData name="Shah, Krupali" userId="cef62020-c637-4d0d-bf4f-48d86b2faefc" providerId="ADAL" clId="{A296EAD2-7976-4FB6-818C-A9D7AA6E6F4B}" dt="2024-06-24T15:14:28.830" v="23" actId="20577"/>
          <ac:spMkLst>
            <pc:docMk/>
            <pc:sldMk cId="2769207969" sldId="357"/>
            <ac:spMk id="3" creationId="{D89901A2-04AE-D3CB-FC46-ED162487BC92}"/>
          </ac:spMkLst>
        </pc:spChg>
      </pc:sldChg>
      <pc:sldChg chg="delSp mod">
        <pc:chgData name="Shah, Krupali" userId="cef62020-c637-4d0d-bf4f-48d86b2faefc" providerId="ADAL" clId="{A296EAD2-7976-4FB6-818C-A9D7AA6E6F4B}" dt="2024-06-24T15:13:53.292" v="19" actId="478"/>
        <pc:sldMkLst>
          <pc:docMk/>
          <pc:sldMk cId="2703103122" sldId="364"/>
        </pc:sldMkLst>
        <pc:spChg chg="del">
          <ac:chgData name="Shah, Krupali" userId="cef62020-c637-4d0d-bf4f-48d86b2faefc" providerId="ADAL" clId="{A296EAD2-7976-4FB6-818C-A9D7AA6E6F4B}" dt="2024-06-24T15:13:53.292" v="19" actId="478"/>
          <ac:spMkLst>
            <pc:docMk/>
            <pc:sldMk cId="2703103122" sldId="364"/>
            <ac:spMk id="4" creationId="{13773CE7-8524-1AF1-0C5F-F245B80D4062}"/>
          </ac:spMkLst>
        </pc:spChg>
      </pc:sldChg>
      <pc:sldChg chg="delSp mod">
        <pc:chgData name="Shah, Krupali" userId="cef62020-c637-4d0d-bf4f-48d86b2faefc" providerId="ADAL" clId="{A296EAD2-7976-4FB6-818C-A9D7AA6E6F4B}" dt="2024-06-24T15:13:56.413" v="20" actId="478"/>
        <pc:sldMkLst>
          <pc:docMk/>
          <pc:sldMk cId="1364820723" sldId="429"/>
        </pc:sldMkLst>
        <pc:spChg chg="del">
          <ac:chgData name="Shah, Krupali" userId="cef62020-c637-4d0d-bf4f-48d86b2faefc" providerId="ADAL" clId="{A296EAD2-7976-4FB6-818C-A9D7AA6E6F4B}" dt="2024-06-24T15:13:56.413" v="20" actId="478"/>
          <ac:spMkLst>
            <pc:docMk/>
            <pc:sldMk cId="1364820723" sldId="429"/>
            <ac:spMk id="7" creationId="{B7CDC702-F11A-E087-1091-AE99AECDED60}"/>
          </ac:spMkLst>
        </pc:spChg>
      </pc:sldChg>
      <pc:sldChg chg="modSp mod">
        <pc:chgData name="Shah, Krupali" userId="cef62020-c637-4d0d-bf4f-48d86b2faefc" providerId="ADAL" clId="{A296EAD2-7976-4FB6-818C-A9D7AA6E6F4B}" dt="2024-06-24T15:48:49.484" v="147" actId="20577"/>
        <pc:sldMkLst>
          <pc:docMk/>
          <pc:sldMk cId="3969725814" sldId="504"/>
        </pc:sldMkLst>
        <pc:spChg chg="mod">
          <ac:chgData name="Shah, Krupali" userId="cef62020-c637-4d0d-bf4f-48d86b2faefc" providerId="ADAL" clId="{A296EAD2-7976-4FB6-818C-A9D7AA6E6F4B}" dt="2024-06-24T15:48:49.484" v="147" actId="20577"/>
          <ac:spMkLst>
            <pc:docMk/>
            <pc:sldMk cId="3969725814" sldId="504"/>
            <ac:spMk id="5" creationId="{4DB893D8-4CF8-7277-3AA0-AB33DAB80B96}"/>
          </ac:spMkLst>
        </pc:spChg>
      </pc:sldChg>
      <pc:sldChg chg="modSp mod">
        <pc:chgData name="Shah, Krupali" userId="cef62020-c637-4d0d-bf4f-48d86b2faefc" providerId="ADAL" clId="{A296EAD2-7976-4FB6-818C-A9D7AA6E6F4B}" dt="2024-06-24T15:47:23.397" v="126" actId="20577"/>
        <pc:sldMkLst>
          <pc:docMk/>
          <pc:sldMk cId="402538289" sldId="514"/>
        </pc:sldMkLst>
        <pc:spChg chg="mod">
          <ac:chgData name="Shah, Krupali" userId="cef62020-c637-4d0d-bf4f-48d86b2faefc" providerId="ADAL" clId="{A296EAD2-7976-4FB6-818C-A9D7AA6E6F4B}" dt="2024-06-24T15:47:23.397" v="126" actId="20577"/>
          <ac:spMkLst>
            <pc:docMk/>
            <pc:sldMk cId="402538289" sldId="514"/>
            <ac:spMk id="2" creationId="{92AA6A18-03C9-BC30-3C1E-F8D73DB6856A}"/>
          </ac:spMkLst>
        </pc:spChg>
      </pc:sldChg>
      <pc:sldChg chg="modSp mod">
        <pc:chgData name="Shah, Krupali" userId="cef62020-c637-4d0d-bf4f-48d86b2faefc" providerId="ADAL" clId="{A296EAD2-7976-4FB6-818C-A9D7AA6E6F4B}" dt="2024-06-24T15:16:41.624" v="51" actId="20577"/>
        <pc:sldMkLst>
          <pc:docMk/>
          <pc:sldMk cId="1321977405" sldId="515"/>
        </pc:sldMkLst>
        <pc:spChg chg="mod">
          <ac:chgData name="Shah, Krupali" userId="cef62020-c637-4d0d-bf4f-48d86b2faefc" providerId="ADAL" clId="{A296EAD2-7976-4FB6-818C-A9D7AA6E6F4B}" dt="2024-06-24T15:16:41.624" v="51" actId="20577"/>
          <ac:spMkLst>
            <pc:docMk/>
            <pc:sldMk cId="1321977405" sldId="515"/>
            <ac:spMk id="3" creationId="{19D575A8-ACC1-CC8F-4226-92C88A516BB2}"/>
          </ac:spMkLst>
        </pc:spChg>
      </pc:sldChg>
      <pc:sldChg chg="modSp del mod">
        <pc:chgData name="Shah, Krupali" userId="cef62020-c637-4d0d-bf4f-48d86b2faefc" providerId="ADAL" clId="{A296EAD2-7976-4FB6-818C-A9D7AA6E6F4B}" dt="2024-06-24T15:17:03.778" v="52" actId="47"/>
        <pc:sldMkLst>
          <pc:docMk/>
          <pc:sldMk cId="3090101296" sldId="516"/>
        </pc:sldMkLst>
        <pc:spChg chg="mod">
          <ac:chgData name="Shah, Krupali" userId="cef62020-c637-4d0d-bf4f-48d86b2faefc" providerId="ADAL" clId="{A296EAD2-7976-4FB6-818C-A9D7AA6E6F4B}" dt="2024-06-24T14:48:32.234" v="18" actId="20577"/>
          <ac:spMkLst>
            <pc:docMk/>
            <pc:sldMk cId="3090101296" sldId="516"/>
            <ac:spMk id="3" creationId="{21FF69F2-C734-F45E-6EF3-656B85579B01}"/>
          </ac:spMkLst>
        </pc:spChg>
      </pc:sldChg>
      <pc:sldChg chg="modSp mod">
        <pc:chgData name="Shah, Krupali" userId="cef62020-c637-4d0d-bf4f-48d86b2faefc" providerId="ADAL" clId="{A296EAD2-7976-4FB6-818C-A9D7AA6E6F4B}" dt="2024-06-24T15:31:31.664" v="95" actId="115"/>
        <pc:sldMkLst>
          <pc:docMk/>
          <pc:sldMk cId="3375163876" sldId="517"/>
        </pc:sldMkLst>
        <pc:spChg chg="mod">
          <ac:chgData name="Shah, Krupali" userId="cef62020-c637-4d0d-bf4f-48d86b2faefc" providerId="ADAL" clId="{A296EAD2-7976-4FB6-818C-A9D7AA6E6F4B}" dt="2024-06-24T15:31:31.664" v="95" actId="115"/>
          <ac:spMkLst>
            <pc:docMk/>
            <pc:sldMk cId="3375163876" sldId="517"/>
            <ac:spMk id="3" creationId="{4AD07CCB-2E8F-4402-1434-C554736E60DF}"/>
          </ac:spMkLst>
        </pc:spChg>
      </pc:sldChg>
      <pc:sldChg chg="modSp mod">
        <pc:chgData name="Shah, Krupali" userId="cef62020-c637-4d0d-bf4f-48d86b2faefc" providerId="ADAL" clId="{A296EAD2-7976-4FB6-818C-A9D7AA6E6F4B}" dt="2024-06-24T15:36:10.697" v="101" actId="20577"/>
        <pc:sldMkLst>
          <pc:docMk/>
          <pc:sldMk cId="3809659178" sldId="518"/>
        </pc:sldMkLst>
        <pc:spChg chg="mod">
          <ac:chgData name="Shah, Krupali" userId="cef62020-c637-4d0d-bf4f-48d86b2faefc" providerId="ADAL" clId="{A296EAD2-7976-4FB6-818C-A9D7AA6E6F4B}" dt="2024-06-24T15:30:26.385" v="87" actId="20577"/>
          <ac:spMkLst>
            <pc:docMk/>
            <pc:sldMk cId="3809659178" sldId="518"/>
            <ac:spMk id="2" creationId="{98CA58DA-7D08-12C4-C3C1-3AADAF9574CA}"/>
          </ac:spMkLst>
        </pc:spChg>
        <pc:spChg chg="mod">
          <ac:chgData name="Shah, Krupali" userId="cef62020-c637-4d0d-bf4f-48d86b2faefc" providerId="ADAL" clId="{A296EAD2-7976-4FB6-818C-A9D7AA6E6F4B}" dt="2024-06-24T15:36:10.697" v="101" actId="20577"/>
          <ac:spMkLst>
            <pc:docMk/>
            <pc:sldMk cId="3809659178" sldId="518"/>
            <ac:spMk id="3" creationId="{4AD07CCB-2E8F-4402-1434-C554736E60DF}"/>
          </ac:spMkLst>
        </pc:spChg>
      </pc:sldChg>
      <pc:sldChg chg="modSp del mod ord">
        <pc:chgData name="Shah, Krupali" userId="cef62020-c637-4d0d-bf4f-48d86b2faefc" providerId="ADAL" clId="{A296EAD2-7976-4FB6-818C-A9D7AA6E6F4B}" dt="2024-06-24T15:41:36.493" v="110" actId="47"/>
        <pc:sldMkLst>
          <pc:docMk/>
          <pc:sldMk cId="2597962379" sldId="519"/>
        </pc:sldMkLst>
        <pc:spChg chg="mod">
          <ac:chgData name="Shah, Krupali" userId="cef62020-c637-4d0d-bf4f-48d86b2faefc" providerId="ADAL" clId="{A296EAD2-7976-4FB6-818C-A9D7AA6E6F4B}" dt="2024-06-24T15:14:01.301" v="21" actId="313"/>
          <ac:spMkLst>
            <pc:docMk/>
            <pc:sldMk cId="2597962379" sldId="519"/>
            <ac:spMk id="3" creationId="{4AD07CCB-2E8F-4402-1434-C554736E60DF}"/>
          </ac:spMkLst>
        </pc:spChg>
      </pc:sldChg>
      <pc:sldChg chg="modSp mod ord">
        <pc:chgData name="Shah, Krupali" userId="cef62020-c637-4d0d-bf4f-48d86b2faefc" providerId="ADAL" clId="{A296EAD2-7976-4FB6-818C-A9D7AA6E6F4B}" dt="2024-06-24T15:41:41.482" v="111" actId="404"/>
        <pc:sldMkLst>
          <pc:docMk/>
          <pc:sldMk cId="2218342554" sldId="520"/>
        </pc:sldMkLst>
        <pc:spChg chg="mod">
          <ac:chgData name="Shah, Krupali" userId="cef62020-c637-4d0d-bf4f-48d86b2faefc" providerId="ADAL" clId="{A296EAD2-7976-4FB6-818C-A9D7AA6E6F4B}" dt="2024-06-24T15:41:41.482" v="111" actId="404"/>
          <ac:spMkLst>
            <pc:docMk/>
            <pc:sldMk cId="2218342554" sldId="520"/>
            <ac:spMk id="3" creationId="{FF9237BC-B302-75C3-96CC-F5DC596CBF68}"/>
          </ac:spMkLst>
        </pc:spChg>
      </pc:sldChg>
      <pc:sldChg chg="modSp mod">
        <pc:chgData name="Shah, Krupali" userId="cef62020-c637-4d0d-bf4f-48d86b2faefc" providerId="ADAL" clId="{A296EAD2-7976-4FB6-818C-A9D7AA6E6F4B}" dt="2024-06-24T15:46:13.986" v="123" actId="20577"/>
        <pc:sldMkLst>
          <pc:docMk/>
          <pc:sldMk cId="2814861812" sldId="522"/>
        </pc:sldMkLst>
        <pc:spChg chg="mod">
          <ac:chgData name="Shah, Krupali" userId="cef62020-c637-4d0d-bf4f-48d86b2faefc" providerId="ADAL" clId="{A296EAD2-7976-4FB6-818C-A9D7AA6E6F4B}" dt="2024-06-24T15:46:13.986" v="123" actId="20577"/>
          <ac:spMkLst>
            <pc:docMk/>
            <pc:sldMk cId="2814861812" sldId="522"/>
            <ac:spMk id="2" creationId="{944F2662-252F-891A-16D4-24E4D55CEB3F}"/>
          </ac:spMkLst>
        </pc:spChg>
      </pc:sldChg>
      <pc:sldChg chg="modSp mod">
        <pc:chgData name="Shah, Krupali" userId="cef62020-c637-4d0d-bf4f-48d86b2faefc" providerId="ADAL" clId="{A296EAD2-7976-4FB6-818C-A9D7AA6E6F4B}" dt="2024-06-24T15:45:35.868" v="114" actId="20577"/>
        <pc:sldMkLst>
          <pc:docMk/>
          <pc:sldMk cId="2637062499" sldId="524"/>
        </pc:sldMkLst>
        <pc:spChg chg="mod">
          <ac:chgData name="Shah, Krupali" userId="cef62020-c637-4d0d-bf4f-48d86b2faefc" providerId="ADAL" clId="{A296EAD2-7976-4FB6-818C-A9D7AA6E6F4B}" dt="2024-06-24T15:45:35.868" v="114" actId="20577"/>
          <ac:spMkLst>
            <pc:docMk/>
            <pc:sldMk cId="2637062499" sldId="524"/>
            <ac:spMk id="2" creationId="{2D6CA620-FF1D-9D82-8740-BDC6BAFE9C61}"/>
          </ac:spMkLst>
        </pc:spChg>
      </pc:sldChg>
      <pc:sldChg chg="modSp add del mod modClrScheme chgLayout">
        <pc:chgData name="Shah, Krupali" userId="cef62020-c637-4d0d-bf4f-48d86b2faefc" providerId="ADAL" clId="{A296EAD2-7976-4FB6-818C-A9D7AA6E6F4B}" dt="2024-06-24T14:37:23.002" v="12" actId="47"/>
        <pc:sldMkLst>
          <pc:docMk/>
          <pc:sldMk cId="2347764103" sldId="525"/>
        </pc:sldMkLst>
        <pc:spChg chg="mod ord">
          <ac:chgData name="Shah, Krupali" userId="cef62020-c637-4d0d-bf4f-48d86b2faefc" providerId="ADAL" clId="{A296EAD2-7976-4FB6-818C-A9D7AA6E6F4B}" dt="2024-06-24T14:36:42.342" v="2" actId="700"/>
          <ac:spMkLst>
            <pc:docMk/>
            <pc:sldMk cId="2347764103" sldId="525"/>
            <ac:spMk id="2" creationId="{F6164691-C005-1E0A-BB0B-2F257103BE66}"/>
          </ac:spMkLst>
        </pc:spChg>
        <pc:spChg chg="mod ord">
          <ac:chgData name="Shah, Krupali" userId="cef62020-c637-4d0d-bf4f-48d86b2faefc" providerId="ADAL" clId="{A296EAD2-7976-4FB6-818C-A9D7AA6E6F4B}" dt="2024-06-24T14:37:03.285" v="5" actId="21"/>
          <ac:spMkLst>
            <pc:docMk/>
            <pc:sldMk cId="2347764103" sldId="525"/>
            <ac:spMk id="3" creationId="{D89901A2-04AE-D3CB-FC46-ED162487BC92}"/>
          </ac:spMkLst>
        </pc:spChg>
      </pc:sldChg>
      <pc:sldChg chg="modSp add mod">
        <pc:chgData name="Shah, Krupali" userId="cef62020-c637-4d0d-bf4f-48d86b2faefc" providerId="ADAL" clId="{A296EAD2-7976-4FB6-818C-A9D7AA6E6F4B}" dt="2024-06-24T15:39:25.527" v="109" actId="20577"/>
        <pc:sldMkLst>
          <pc:docMk/>
          <pc:sldMk cId="2243436324" sldId="527"/>
        </pc:sldMkLst>
        <pc:spChg chg="mod">
          <ac:chgData name="Shah, Krupali" userId="cef62020-c637-4d0d-bf4f-48d86b2faefc" providerId="ADAL" clId="{A296EAD2-7976-4FB6-818C-A9D7AA6E6F4B}" dt="2024-06-24T14:36:57.549" v="4"/>
          <ac:spMkLst>
            <pc:docMk/>
            <pc:sldMk cId="2243436324" sldId="527"/>
            <ac:spMk id="2" creationId="{2D6CA620-FF1D-9D82-8740-BDC6BAFE9C61}"/>
          </ac:spMkLst>
        </pc:spChg>
        <pc:spChg chg="mod">
          <ac:chgData name="Shah, Krupali" userId="cef62020-c637-4d0d-bf4f-48d86b2faefc" providerId="ADAL" clId="{A296EAD2-7976-4FB6-818C-A9D7AA6E6F4B}" dt="2024-06-24T15:39:25.527" v="109" actId="20577"/>
          <ac:spMkLst>
            <pc:docMk/>
            <pc:sldMk cId="2243436324" sldId="527"/>
            <ac:spMk id="3" creationId="{5E6A9D5E-4A9A-676B-A344-1C6F6CFE5A38}"/>
          </ac:spMkLst>
        </pc:spChg>
      </pc:sldChg>
    </pc:docChg>
  </pc:docChgLst>
  <pc:docChgLst>
    <pc:chgData name="Shah, Krupali" userId="S::kshah@qa.com::cef62020-c637-4d0d-bf4f-48d86b2faefc" providerId="AD" clId="Web-{B5F1FAD5-AC56-8FE2-4F3D-CC50D8B15E1E}"/>
    <pc:docChg chg="delSld modSld delSection modSection">
      <pc:chgData name="Shah, Krupali" userId="S::kshah@qa.com::cef62020-c637-4d0d-bf4f-48d86b2faefc" providerId="AD" clId="Web-{B5F1FAD5-AC56-8FE2-4F3D-CC50D8B15E1E}" dt="2024-06-24T10:33:06.488" v="16"/>
      <pc:docMkLst>
        <pc:docMk/>
      </pc:docMkLst>
      <pc:sldChg chg="del">
        <pc:chgData name="Shah, Krupali" userId="S::kshah@qa.com::cef62020-c637-4d0d-bf4f-48d86b2faefc" providerId="AD" clId="Web-{B5F1FAD5-AC56-8FE2-4F3D-CC50D8B15E1E}" dt="2024-06-24T10:32:34.829" v="5"/>
        <pc:sldMkLst>
          <pc:docMk/>
          <pc:sldMk cId="3000699461" sldId="262"/>
        </pc:sldMkLst>
      </pc:sldChg>
      <pc:sldChg chg="del">
        <pc:chgData name="Shah, Krupali" userId="S::kshah@qa.com::cef62020-c637-4d0d-bf4f-48d86b2faefc" providerId="AD" clId="Web-{B5F1FAD5-AC56-8FE2-4F3D-CC50D8B15E1E}" dt="2024-06-24T10:32:34.829" v="4"/>
        <pc:sldMkLst>
          <pc:docMk/>
          <pc:sldMk cId="3780134952" sldId="264"/>
        </pc:sldMkLst>
      </pc:sldChg>
      <pc:sldChg chg="del">
        <pc:chgData name="Shah, Krupali" userId="S::kshah@qa.com::cef62020-c637-4d0d-bf4f-48d86b2faefc" providerId="AD" clId="Web-{B5F1FAD5-AC56-8FE2-4F3D-CC50D8B15E1E}" dt="2024-06-24T10:32:34.829" v="3"/>
        <pc:sldMkLst>
          <pc:docMk/>
          <pc:sldMk cId="3527134291" sldId="265"/>
        </pc:sldMkLst>
      </pc:sldChg>
      <pc:sldChg chg="del">
        <pc:chgData name="Shah, Krupali" userId="S::kshah@qa.com::cef62020-c637-4d0d-bf4f-48d86b2faefc" providerId="AD" clId="Web-{B5F1FAD5-AC56-8FE2-4F3D-CC50D8B15E1E}" dt="2024-06-24T10:32:34.829" v="2"/>
        <pc:sldMkLst>
          <pc:docMk/>
          <pc:sldMk cId="2512983565" sldId="266"/>
        </pc:sldMkLst>
      </pc:sldChg>
      <pc:sldChg chg="del">
        <pc:chgData name="Shah, Krupali" userId="S::kshah@qa.com::cef62020-c637-4d0d-bf4f-48d86b2faefc" providerId="AD" clId="Web-{B5F1FAD5-AC56-8FE2-4F3D-CC50D8B15E1E}" dt="2024-06-24T10:32:34.814" v="1"/>
        <pc:sldMkLst>
          <pc:docMk/>
          <pc:sldMk cId="3715195579" sldId="267"/>
        </pc:sldMkLst>
      </pc:sldChg>
      <pc:sldChg chg="del">
        <pc:chgData name="Shah, Krupali" userId="S::kshah@qa.com::cef62020-c637-4d0d-bf4f-48d86b2faefc" providerId="AD" clId="Web-{B5F1FAD5-AC56-8FE2-4F3D-CC50D8B15E1E}" dt="2024-06-24T10:32:34.814" v="0"/>
        <pc:sldMkLst>
          <pc:docMk/>
          <pc:sldMk cId="2674148650" sldId="268"/>
        </pc:sldMkLst>
      </pc:sldChg>
      <pc:sldChg chg="delSp">
        <pc:chgData name="Shah, Krupali" userId="S::kshah@qa.com::cef62020-c637-4d0d-bf4f-48d86b2faefc" providerId="AD" clId="Web-{B5F1FAD5-AC56-8FE2-4F3D-CC50D8B15E1E}" dt="2024-06-24T10:33:06.488" v="16"/>
        <pc:sldMkLst>
          <pc:docMk/>
          <pc:sldMk cId="2769207969" sldId="357"/>
        </pc:sldMkLst>
        <pc:spChg chg="del">
          <ac:chgData name="Shah, Krupali" userId="S::kshah@qa.com::cef62020-c637-4d0d-bf4f-48d86b2faefc" providerId="AD" clId="Web-{B5F1FAD5-AC56-8FE2-4F3D-CC50D8B15E1E}" dt="2024-06-24T10:33:06.488" v="16"/>
          <ac:spMkLst>
            <pc:docMk/>
            <pc:sldMk cId="2769207969" sldId="357"/>
            <ac:spMk id="7" creationId="{B7CDC702-F11A-E087-1091-AE99AECDED60}"/>
          </ac:spMkLst>
        </pc:spChg>
      </pc:sldChg>
    </pc:docChg>
  </pc:docChgLst>
  <pc:docChgLst>
    <pc:chgData name="Shah, Krupali" userId="S::kshah@qa.com::cef62020-c637-4d0d-bf4f-48d86b2faefc" providerId="AD" clId="Web-{5E809774-FE78-2B4B-C137-59E8E0259A2B}"/>
    <pc:docChg chg="modSld sldOrd">
      <pc:chgData name="Shah, Krupali" userId="S::kshah@qa.com::cef62020-c637-4d0d-bf4f-48d86b2faefc" providerId="AD" clId="Web-{5E809774-FE78-2B4B-C137-59E8E0259A2B}" dt="2024-06-24T14:35:59.037" v="9"/>
      <pc:docMkLst>
        <pc:docMk/>
      </pc:docMkLst>
      <pc:sldChg chg="modSp">
        <pc:chgData name="Shah, Krupali" userId="S::kshah@qa.com::cef62020-c637-4d0d-bf4f-48d86b2faefc" providerId="AD" clId="Web-{5E809774-FE78-2B4B-C137-59E8E0259A2B}" dt="2024-06-24T14:34:32.300" v="6" actId="14100"/>
        <pc:sldMkLst>
          <pc:docMk/>
          <pc:sldMk cId="2885709855" sldId="360"/>
        </pc:sldMkLst>
        <pc:spChg chg="mod">
          <ac:chgData name="Shah, Krupali" userId="S::kshah@qa.com::cef62020-c637-4d0d-bf4f-48d86b2faefc" providerId="AD" clId="Web-{5E809774-FE78-2B4B-C137-59E8E0259A2B}" dt="2024-06-24T14:34:32.300" v="6" actId="14100"/>
          <ac:spMkLst>
            <pc:docMk/>
            <pc:sldMk cId="2885709855" sldId="360"/>
            <ac:spMk id="3" creationId="{D89901A2-04AE-D3CB-FC46-ED162487BC92}"/>
          </ac:spMkLst>
        </pc:spChg>
      </pc:sldChg>
      <pc:sldChg chg="modSp">
        <pc:chgData name="Shah, Krupali" userId="S::kshah@qa.com::cef62020-c637-4d0d-bf4f-48d86b2faefc" providerId="AD" clId="Web-{5E809774-FE78-2B4B-C137-59E8E0259A2B}" dt="2024-06-24T14:34:50.332" v="7" actId="20577"/>
        <pc:sldMkLst>
          <pc:docMk/>
          <pc:sldMk cId="1321977405" sldId="515"/>
        </pc:sldMkLst>
        <pc:spChg chg="mod">
          <ac:chgData name="Shah, Krupali" userId="S::kshah@qa.com::cef62020-c637-4d0d-bf4f-48d86b2faefc" providerId="AD" clId="Web-{5E809774-FE78-2B4B-C137-59E8E0259A2B}" dt="2024-06-24T14:34:50.332" v="7" actId="20577"/>
          <ac:spMkLst>
            <pc:docMk/>
            <pc:sldMk cId="1321977405" sldId="515"/>
            <ac:spMk id="3" creationId="{19D575A8-ACC1-CC8F-4226-92C88A516BB2}"/>
          </ac:spMkLst>
        </pc:spChg>
      </pc:sldChg>
      <pc:sldChg chg="modSp">
        <pc:chgData name="Shah, Krupali" userId="S::kshah@qa.com::cef62020-c637-4d0d-bf4f-48d86b2faefc" providerId="AD" clId="Web-{5E809774-FE78-2B4B-C137-59E8E0259A2B}" dt="2024-06-24T14:20:23.214" v="1"/>
        <pc:sldMkLst>
          <pc:docMk/>
          <pc:sldMk cId="2814861812" sldId="522"/>
        </pc:sldMkLst>
        <pc:graphicFrameChg chg="mod modGraphic">
          <ac:chgData name="Shah, Krupali" userId="S::kshah@qa.com::cef62020-c637-4d0d-bf4f-48d86b2faefc" providerId="AD" clId="Web-{5E809774-FE78-2B4B-C137-59E8E0259A2B}" dt="2024-06-24T14:20:23.214" v="1"/>
          <ac:graphicFrameMkLst>
            <pc:docMk/>
            <pc:sldMk cId="2814861812" sldId="522"/>
            <ac:graphicFrameMk id="4" creationId="{4B0BE66E-C776-B3A0-C882-1A166EA32F2A}"/>
          </ac:graphicFrameMkLst>
        </pc:graphicFrameChg>
      </pc:sldChg>
      <pc:sldChg chg="ord">
        <pc:chgData name="Shah, Krupali" userId="S::kshah@qa.com::cef62020-c637-4d0d-bf4f-48d86b2faefc" providerId="AD" clId="Web-{5E809774-FE78-2B4B-C137-59E8E0259A2B}" dt="2024-06-24T14:33:32.705" v="2"/>
        <pc:sldMkLst>
          <pc:docMk/>
          <pc:sldMk cId="2637062499" sldId="524"/>
        </pc:sldMkLst>
      </pc:sldChg>
      <pc:sldChg chg="mod modShow">
        <pc:chgData name="Shah, Krupali" userId="S::kshah@qa.com::cef62020-c637-4d0d-bf4f-48d86b2faefc" providerId="AD" clId="Web-{5E809774-FE78-2B4B-C137-59E8E0259A2B}" dt="2024-06-24T14:35:59.037" v="9"/>
        <pc:sldMkLst>
          <pc:docMk/>
          <pc:sldMk cId="2347764103" sldId="52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4552" cy="501640"/>
          </a:xfrm>
          <a:prstGeom prst="rect">
            <a:avLst/>
          </a:prstGeom>
        </p:spPr>
        <p:txBody>
          <a:bodyPr vert="horz" lIns="96350" tIns="48175" rIns="96350" bIns="48175" rtlCol="0"/>
          <a:lstStyle>
            <a:lvl1pPr algn="l">
              <a:defRPr sz="1300"/>
            </a:lvl1pPr>
          </a:lstStyle>
          <a:p>
            <a:endParaRPr lang="en-GB"/>
          </a:p>
        </p:txBody>
      </p:sp>
      <p:sp>
        <p:nvSpPr>
          <p:cNvPr id="3" name="Date Placeholder 2"/>
          <p:cNvSpPr>
            <a:spLocks noGrp="1"/>
          </p:cNvSpPr>
          <p:nvPr>
            <p:ph type="dt" idx="1"/>
          </p:nvPr>
        </p:nvSpPr>
        <p:spPr>
          <a:xfrm>
            <a:off x="3888210" y="0"/>
            <a:ext cx="2974552" cy="501640"/>
          </a:xfrm>
          <a:prstGeom prst="rect">
            <a:avLst/>
          </a:prstGeom>
        </p:spPr>
        <p:txBody>
          <a:bodyPr vert="horz" lIns="96350" tIns="48175" rIns="96350" bIns="48175" rtlCol="0"/>
          <a:lstStyle>
            <a:lvl1pPr algn="r">
              <a:defRPr sz="1300"/>
            </a:lvl1pPr>
          </a:lstStyle>
          <a:p>
            <a:fld id="{E3CD5823-64D9-402D-B92D-81C34263E1A7}" type="datetimeFigureOut">
              <a:rPr lang="en-GB" smtClean="0"/>
              <a:t>24/06/2024</a:t>
            </a:fld>
            <a:endParaRPr lang="en-GB"/>
          </a:p>
        </p:txBody>
      </p:sp>
      <p:sp>
        <p:nvSpPr>
          <p:cNvPr id="4" name="Slide Image Placeholder 3"/>
          <p:cNvSpPr>
            <a:spLocks noGrp="1" noRot="1" noChangeAspect="1"/>
          </p:cNvSpPr>
          <p:nvPr>
            <p:ph type="sldImg" idx="2"/>
          </p:nvPr>
        </p:nvSpPr>
        <p:spPr>
          <a:xfrm>
            <a:off x="433388" y="1249363"/>
            <a:ext cx="5997575" cy="3375025"/>
          </a:xfrm>
          <a:prstGeom prst="rect">
            <a:avLst/>
          </a:prstGeom>
          <a:noFill/>
          <a:ln w="12700">
            <a:solidFill>
              <a:prstClr val="black"/>
            </a:solidFill>
          </a:ln>
        </p:spPr>
        <p:txBody>
          <a:bodyPr vert="horz" lIns="96350" tIns="48175" rIns="96350" bIns="48175" rtlCol="0" anchor="ctr"/>
          <a:lstStyle/>
          <a:p>
            <a:endParaRPr lang="en-GB"/>
          </a:p>
        </p:txBody>
      </p:sp>
      <p:sp>
        <p:nvSpPr>
          <p:cNvPr id="5" name="Notes Placeholder 4"/>
          <p:cNvSpPr>
            <a:spLocks noGrp="1"/>
          </p:cNvSpPr>
          <p:nvPr>
            <p:ph type="body" sz="quarter" idx="3"/>
          </p:nvPr>
        </p:nvSpPr>
        <p:spPr>
          <a:xfrm>
            <a:off x="686435" y="4811574"/>
            <a:ext cx="5491480" cy="3936742"/>
          </a:xfrm>
          <a:prstGeom prst="rect">
            <a:avLst/>
          </a:prstGeom>
        </p:spPr>
        <p:txBody>
          <a:bodyPr vert="horz" lIns="96350" tIns="48175" rIns="96350" bIns="4817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96437"/>
            <a:ext cx="2974552" cy="501639"/>
          </a:xfrm>
          <a:prstGeom prst="rect">
            <a:avLst/>
          </a:prstGeom>
        </p:spPr>
        <p:txBody>
          <a:bodyPr vert="horz" lIns="96350" tIns="48175" rIns="96350" bIns="48175" rtlCol="0" anchor="b"/>
          <a:lstStyle>
            <a:lvl1pPr algn="l">
              <a:defRPr sz="1300"/>
            </a:lvl1pPr>
          </a:lstStyle>
          <a:p>
            <a:endParaRPr lang="en-GB"/>
          </a:p>
        </p:txBody>
      </p:sp>
      <p:sp>
        <p:nvSpPr>
          <p:cNvPr id="7" name="Slide Number Placeholder 6"/>
          <p:cNvSpPr>
            <a:spLocks noGrp="1"/>
          </p:cNvSpPr>
          <p:nvPr>
            <p:ph type="sldNum" sz="quarter" idx="5"/>
          </p:nvPr>
        </p:nvSpPr>
        <p:spPr>
          <a:xfrm>
            <a:off x="3888210" y="9496437"/>
            <a:ext cx="2974552" cy="501639"/>
          </a:xfrm>
          <a:prstGeom prst="rect">
            <a:avLst/>
          </a:prstGeom>
        </p:spPr>
        <p:txBody>
          <a:bodyPr vert="horz" lIns="96350" tIns="48175" rIns="96350" bIns="48175" rtlCol="0" anchor="b"/>
          <a:lstStyle>
            <a:lvl1pPr algn="r">
              <a:defRPr sz="1300"/>
            </a:lvl1pPr>
          </a:lstStyle>
          <a:p>
            <a:fld id="{54184822-DC4C-4079-9544-59F2780D4939}" type="slidenum">
              <a:rPr lang="en-GB" smtClean="0"/>
              <a:t>‹#›</a:t>
            </a:fld>
            <a:endParaRPr lang="en-GB"/>
          </a:p>
        </p:txBody>
      </p:sp>
    </p:spTree>
    <p:extLst>
      <p:ext uri="{BB962C8B-B14F-4D97-AF65-F5344CB8AC3E}">
        <p14:creationId xmlns:p14="http://schemas.microsoft.com/office/powerpoint/2010/main" val="1452086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11F1C"/>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B79F4BC5-362E-4942-AE1F-1F832371A875}"/>
              </a:ext>
            </a:extLst>
          </p:cNvPr>
          <p:cNvSpPr txBox="1"/>
          <p:nvPr userDrawn="1"/>
        </p:nvSpPr>
        <p:spPr>
          <a:xfrm>
            <a:off x="586597" y="4816234"/>
            <a:ext cx="3885086" cy="390157"/>
          </a:xfrm>
          <a:prstGeom prst="rect">
            <a:avLst/>
          </a:prstGeom>
        </p:spPr>
        <p:txBody>
          <a:bodyPr vert="horz" wrap="square" lIns="0" tIns="0" rIns="0" bIns="0" rtlCol="0" anchor="t" anchorCtr="0">
            <a:normAutofit/>
          </a:bodyPr>
          <a:lstStyle/>
          <a:p>
            <a:pPr algn="l"/>
            <a:r>
              <a:rPr lang="en-GB" sz="1800" b="1">
                <a:solidFill>
                  <a:srgbClr val="FEF6F0"/>
                </a:solidFill>
                <a:latin typeface="Arial" panose="020B0604020202020204" pitchFamily="34" charset="0"/>
                <a:cs typeface="Arial" panose="020B0604020202020204" pitchFamily="34" charset="0"/>
              </a:rPr>
              <a:t>qahighereducation.com</a:t>
            </a:r>
          </a:p>
        </p:txBody>
      </p:sp>
      <p:sp>
        <p:nvSpPr>
          <p:cNvPr id="13" name="Title 12">
            <a:extLst>
              <a:ext uri="{FF2B5EF4-FFF2-40B4-BE49-F238E27FC236}">
                <a16:creationId xmlns:a16="http://schemas.microsoft.com/office/drawing/2014/main" id="{A9698A62-F5AA-4D74-98E6-57AB6EFF50C8}"/>
              </a:ext>
            </a:extLst>
          </p:cNvPr>
          <p:cNvSpPr>
            <a:spLocks noGrp="1"/>
          </p:cNvSpPr>
          <p:nvPr>
            <p:ph type="title" hasCustomPrompt="1"/>
          </p:nvPr>
        </p:nvSpPr>
        <p:spPr>
          <a:xfrm>
            <a:off x="478796" y="2727339"/>
            <a:ext cx="11160753" cy="759600"/>
          </a:xfrm>
        </p:spPr>
        <p:txBody>
          <a:bodyPr anchor="ctr">
            <a:noAutofit/>
          </a:bodyPr>
          <a:lstStyle>
            <a:lvl1pPr>
              <a:defRPr lang="en-GB" sz="5600" cap="none" baseline="0">
                <a:solidFill>
                  <a:srgbClr val="FEF6F0"/>
                </a:solidFill>
              </a:defRPr>
            </a:lvl1pPr>
          </a:lstStyle>
          <a:p>
            <a:pPr marL="0" lvl="0"/>
            <a:r>
              <a:rPr lang="en-US"/>
              <a:t>Click to add title</a:t>
            </a:r>
            <a:endParaRPr lang="en-GB"/>
          </a:p>
        </p:txBody>
      </p:sp>
      <p:sp>
        <p:nvSpPr>
          <p:cNvPr id="16" name="Text Placeholder 15">
            <a:extLst>
              <a:ext uri="{FF2B5EF4-FFF2-40B4-BE49-F238E27FC236}">
                <a16:creationId xmlns:a16="http://schemas.microsoft.com/office/drawing/2014/main" id="{6349BDDA-1774-4338-B3DF-330260872D1C}"/>
              </a:ext>
            </a:extLst>
          </p:cNvPr>
          <p:cNvSpPr>
            <a:spLocks noGrp="1"/>
          </p:cNvSpPr>
          <p:nvPr>
            <p:ph type="body" sz="quarter" idx="10" hasCustomPrompt="1"/>
          </p:nvPr>
        </p:nvSpPr>
        <p:spPr>
          <a:xfrm>
            <a:off x="504000" y="3491758"/>
            <a:ext cx="11160752" cy="547200"/>
          </a:xfrm>
        </p:spPr>
        <p:txBody>
          <a:bodyPr>
            <a:normAutofit/>
          </a:bodyPr>
          <a:lstStyle>
            <a:lvl1pPr algn="l">
              <a:defRPr lang="en-GB" sz="2400" b="1" dirty="0">
                <a:solidFill>
                  <a:schemeClr val="bg1"/>
                </a:solidFill>
              </a:defRPr>
            </a:lvl1pPr>
          </a:lstStyle>
          <a:p>
            <a:pPr marL="0" lvl="0" indent="0">
              <a:buNone/>
            </a:pPr>
            <a:r>
              <a:rPr lang="en-GB"/>
              <a:t>Click to add subtitle</a:t>
            </a:r>
          </a:p>
        </p:txBody>
      </p:sp>
      <p:pic>
        <p:nvPicPr>
          <p:cNvPr id="3" name="Picture 2">
            <a:extLst>
              <a:ext uri="{FF2B5EF4-FFF2-40B4-BE49-F238E27FC236}">
                <a16:creationId xmlns:a16="http://schemas.microsoft.com/office/drawing/2014/main" id="{255A1543-A13A-4CCB-9397-558DE2B66B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9553" y="517537"/>
            <a:ext cx="3249177" cy="671291"/>
          </a:xfrm>
          <a:prstGeom prst="rect">
            <a:avLst/>
          </a:prstGeom>
        </p:spPr>
      </p:pic>
    </p:spTree>
    <p:extLst>
      <p:ext uri="{BB962C8B-B14F-4D97-AF65-F5344CB8AC3E}">
        <p14:creationId xmlns:p14="http://schemas.microsoft.com/office/powerpoint/2010/main" val="7266493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_and_Content">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BEAD1B3B-6002-4B6D-957F-8458DA7E7DF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0413" t="25418" r="10290" b="14375"/>
          <a:stretch/>
        </p:blipFill>
        <p:spPr>
          <a:xfrm>
            <a:off x="169739" y="350038"/>
            <a:ext cx="2710347" cy="628625"/>
          </a:xfrm>
          <a:prstGeom prst="rect">
            <a:avLst/>
          </a:prstGeom>
        </p:spPr>
      </p:pic>
      <p:sp>
        <p:nvSpPr>
          <p:cNvPr id="2" name="Title 1"/>
          <p:cNvSpPr>
            <a:spLocks noGrp="1"/>
          </p:cNvSpPr>
          <p:nvPr>
            <p:ph type="title"/>
          </p:nvPr>
        </p:nvSpPr>
        <p:spPr>
          <a:xfrm>
            <a:off x="3296220" y="162000"/>
            <a:ext cx="8607406" cy="759600"/>
          </a:xfrm>
          <a:prstGeom prst="rect">
            <a:avLst/>
          </a:prstGeom>
        </p:spPr>
        <p:txBody>
          <a:bodyPr anchor="b">
            <a:normAutofit/>
          </a:bodyPr>
          <a:lstStyle>
            <a:lvl1pPr>
              <a:defRPr sz="3200" b="1">
                <a:solidFill>
                  <a:srgbClr val="063532"/>
                </a:solidFill>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3" name="Content Placeholder 2"/>
          <p:cNvSpPr>
            <a:spLocks noGrp="1"/>
          </p:cNvSpPr>
          <p:nvPr>
            <p:ph idx="1" hasCustomPrompt="1"/>
          </p:nvPr>
        </p:nvSpPr>
        <p:spPr>
          <a:xfrm>
            <a:off x="478800" y="1249200"/>
            <a:ext cx="10875600" cy="5144400"/>
          </a:xfrm>
          <a:prstGeom prst="rect">
            <a:avLst/>
          </a:prstGeom>
        </p:spPr>
        <p:txBody>
          <a:bodyPr>
            <a:normAutofit/>
          </a:bodyPr>
          <a:lstStyle>
            <a:lvl1pPr marL="228600" indent="-228600" algn="l" defTabSz="914400" rtl="0" eaLnBrk="1" latinLnBrk="0" hangingPunct="1">
              <a:lnSpc>
                <a:spcPct val="150000"/>
              </a:lnSpc>
              <a:buFont typeface="Arial" panose="020B0604020202020204" pitchFamily="34" charset="0"/>
              <a:buChar char="•"/>
              <a:defRPr lang="en-US" sz="2400" b="0" i="0" kern="1200" dirty="0" smtClean="0">
                <a:solidFill>
                  <a:srgbClr val="06353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50000"/>
              </a:lnSpc>
              <a:buFont typeface="Arial" panose="020B0604020202020204" pitchFamily="34" charset="0"/>
              <a:buChar char="•"/>
              <a:defRPr lang="en-US" sz="2200" b="0" i="0" kern="1200" dirty="0" smtClean="0">
                <a:solidFill>
                  <a:srgbClr val="06353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50000"/>
              </a:lnSpc>
              <a:buFont typeface="Arial" panose="020B0604020202020204" pitchFamily="34" charset="0"/>
              <a:buChar char="•"/>
              <a:defRPr lang="en-US" sz="2200" b="0" i="0" kern="1200" dirty="0" smtClean="0">
                <a:solidFill>
                  <a:srgbClr val="06353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50000"/>
              </a:lnSpc>
              <a:buFont typeface="Arial" panose="020B0604020202020204" pitchFamily="34" charset="0"/>
              <a:buChar char="•"/>
              <a:defRPr lang="en-US" sz="2200" b="0" i="0" kern="1200" dirty="0" smtClean="0">
                <a:solidFill>
                  <a:srgbClr val="06353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50000"/>
              </a:lnSpc>
              <a:buFont typeface="Arial" panose="020B0604020202020204" pitchFamily="34" charset="0"/>
              <a:buChar char="•"/>
              <a:defRPr lang="en-US" sz="2200" b="0" i="0" kern="1200" dirty="0">
                <a:solidFill>
                  <a:srgbClr val="063532"/>
                </a:solidFill>
                <a:latin typeface="Arial" panose="020B0604020202020204" pitchFamily="34" charset="0"/>
                <a:ea typeface="+mn-ea"/>
                <a:cs typeface="Arial" panose="020B0604020202020204" pitchFamily="34" charset="0"/>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6B0BE7-D16B-4D34-B974-71265B7FFB65}" type="datetimeFigureOut">
              <a:rPr lang="en-GB" smtClean="0"/>
              <a:t>24/06/2024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29EBE78-CE6B-4E09-842D-3085BE8AA51D}" type="slidenum">
              <a:rPr lang="en-GB" smtClean="0"/>
              <a:t>‹#›</a:t>
            </a:fld>
            <a:endParaRPr lang="en-GB"/>
          </a:p>
        </p:txBody>
      </p:sp>
      <p:sp>
        <p:nvSpPr>
          <p:cNvPr id="11" name="Rectangle 10">
            <a:extLst>
              <a:ext uri="{FF2B5EF4-FFF2-40B4-BE49-F238E27FC236}">
                <a16:creationId xmlns:a16="http://schemas.microsoft.com/office/drawing/2014/main" id="{D31FCA7B-50DF-4488-B2F7-D3356F815718}"/>
              </a:ext>
            </a:extLst>
          </p:cNvPr>
          <p:cNvSpPr/>
          <p:nvPr userDrawn="1"/>
        </p:nvSpPr>
        <p:spPr>
          <a:xfrm>
            <a:off x="3016650" y="350038"/>
            <a:ext cx="45720" cy="572161"/>
          </a:xfrm>
          <a:prstGeom prst="rect">
            <a:avLst/>
          </a:prstGeom>
          <a:solidFill>
            <a:srgbClr val="E11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10703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_Content_1">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78800" y="1248601"/>
            <a:ext cx="5181600" cy="5144999"/>
          </a:xfrm>
          <a:prstGeom prst="rect">
            <a:avLst/>
          </a:prstGeom>
        </p:spPr>
        <p:txBody>
          <a:bodyPr/>
          <a:lstStyle>
            <a:lvl1pPr>
              <a:defRPr sz="2400"/>
            </a:lvl1pPr>
            <a:lvl2pPr>
              <a:defRPr sz="2200"/>
            </a:lvl2pPr>
            <a:lvl3pPr>
              <a:defRPr sz="2200"/>
            </a:lvl3pPr>
            <a:lvl4pPr>
              <a:defRPr sz="2200"/>
            </a:lvl4pPr>
            <a:lvl5pPr>
              <a:defRPr sz="2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248601"/>
            <a:ext cx="5181600" cy="5144999"/>
          </a:xfrm>
          <a:prstGeom prst="rect">
            <a:avLst/>
          </a:prstGeom>
        </p:spPr>
        <p:txBody>
          <a:bodyPr>
            <a:normAutofit/>
          </a:bodyPr>
          <a:lstStyle>
            <a:lvl1pPr>
              <a:defRPr sz="2400"/>
            </a:lvl1pPr>
            <a:lvl2pPr>
              <a:defRPr sz="2200"/>
            </a:lvl2pPr>
            <a:lvl3pPr>
              <a:defRPr sz="2200"/>
            </a:lvl3pPr>
            <a:lvl4pPr>
              <a:defRPr sz="2200"/>
            </a:lvl4pPr>
            <a:lvl5pPr>
              <a:defRPr sz="2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B06B0BE7-D16B-4D34-B974-71265B7FFB65}" type="datetimeFigureOut">
              <a:rPr lang="en-GB" smtClean="0"/>
              <a:t>24/06/2024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29EBE78-CE6B-4E09-842D-3085BE8AA51D}" type="slidenum">
              <a:rPr lang="en-GB" smtClean="0"/>
              <a:t>‹#›</a:t>
            </a:fld>
            <a:endParaRPr lang="en-GB"/>
          </a:p>
        </p:txBody>
      </p:sp>
      <p:pic>
        <p:nvPicPr>
          <p:cNvPr id="11" name="Picture 10">
            <a:extLst>
              <a:ext uri="{FF2B5EF4-FFF2-40B4-BE49-F238E27FC236}">
                <a16:creationId xmlns:a16="http://schemas.microsoft.com/office/drawing/2014/main" id="{717D32F0-1E8B-4120-809D-10E8D1B1C68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0413" t="25418" r="10290" b="14375"/>
          <a:stretch/>
        </p:blipFill>
        <p:spPr>
          <a:xfrm>
            <a:off x="169739" y="350038"/>
            <a:ext cx="2710347" cy="628625"/>
          </a:xfrm>
          <a:prstGeom prst="rect">
            <a:avLst/>
          </a:prstGeom>
        </p:spPr>
      </p:pic>
      <p:sp>
        <p:nvSpPr>
          <p:cNvPr id="12" name="Title 1">
            <a:extLst>
              <a:ext uri="{FF2B5EF4-FFF2-40B4-BE49-F238E27FC236}">
                <a16:creationId xmlns:a16="http://schemas.microsoft.com/office/drawing/2014/main" id="{91718958-DF9B-431E-A448-8432CF941371}"/>
              </a:ext>
            </a:extLst>
          </p:cNvPr>
          <p:cNvSpPr>
            <a:spLocks noGrp="1"/>
          </p:cNvSpPr>
          <p:nvPr>
            <p:ph type="title"/>
          </p:nvPr>
        </p:nvSpPr>
        <p:spPr>
          <a:xfrm>
            <a:off x="3296220" y="162000"/>
            <a:ext cx="8607406" cy="759600"/>
          </a:xfrm>
          <a:prstGeom prst="rect">
            <a:avLst/>
          </a:prstGeom>
        </p:spPr>
        <p:txBody>
          <a:bodyPr anchor="b">
            <a:normAutofit/>
          </a:bodyPr>
          <a:lstStyle>
            <a:lvl1pPr>
              <a:defRPr sz="3200" b="1">
                <a:solidFill>
                  <a:srgbClr val="063532"/>
                </a:solidFill>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14" name="Rectangle 13">
            <a:extLst>
              <a:ext uri="{FF2B5EF4-FFF2-40B4-BE49-F238E27FC236}">
                <a16:creationId xmlns:a16="http://schemas.microsoft.com/office/drawing/2014/main" id="{DF2473B1-6881-4DD0-824B-7D40792DBAC0}"/>
              </a:ext>
            </a:extLst>
          </p:cNvPr>
          <p:cNvSpPr/>
          <p:nvPr userDrawn="1"/>
        </p:nvSpPr>
        <p:spPr>
          <a:xfrm>
            <a:off x="3016650" y="350038"/>
            <a:ext cx="45720" cy="572161"/>
          </a:xfrm>
          <a:prstGeom prst="rect">
            <a:avLst/>
          </a:prstGeom>
          <a:solidFill>
            <a:srgbClr val="E11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527550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_Content_2">
    <p:spTree>
      <p:nvGrpSpPr>
        <p:cNvPr id="1" name=""/>
        <p:cNvGrpSpPr/>
        <p:nvPr/>
      </p:nvGrpSpPr>
      <p:grpSpPr>
        <a:xfrm>
          <a:off x="0" y="0"/>
          <a:ext cx="0" cy="0"/>
          <a:chOff x="0" y="0"/>
          <a:chExt cx="0" cy="0"/>
        </a:xfrm>
      </p:grpSpPr>
      <p:sp>
        <p:nvSpPr>
          <p:cNvPr id="2" name="Title 1"/>
          <p:cNvSpPr>
            <a:spLocks noGrp="1"/>
          </p:cNvSpPr>
          <p:nvPr>
            <p:ph type="title"/>
          </p:nvPr>
        </p:nvSpPr>
        <p:spPr>
          <a:xfrm>
            <a:off x="3296220" y="162598"/>
            <a:ext cx="8607406" cy="1392429"/>
          </a:xfrm>
          <a:prstGeom prst="rect">
            <a:avLst/>
          </a:prstGeom>
        </p:spPr>
        <p:txBody>
          <a:bodyPr anchor="ctr"/>
          <a:lstStyle>
            <a:lvl1pPr>
              <a:defRPr>
                <a:solidFill>
                  <a:srgbClr val="063532"/>
                </a:solidFill>
              </a:defRPr>
            </a:lvl1pPr>
          </a:lstStyle>
          <a:p>
            <a:r>
              <a:rPr lang="en-US"/>
              <a:t>Click to edit Master title style</a:t>
            </a:r>
            <a:endParaRPr lang="en-GB"/>
          </a:p>
        </p:txBody>
      </p:sp>
      <p:sp>
        <p:nvSpPr>
          <p:cNvPr id="3" name="Content Placeholder 2"/>
          <p:cNvSpPr>
            <a:spLocks noGrp="1"/>
          </p:cNvSpPr>
          <p:nvPr>
            <p:ph sz="half" idx="1"/>
          </p:nvPr>
        </p:nvSpPr>
        <p:spPr>
          <a:xfrm>
            <a:off x="478800" y="1906980"/>
            <a:ext cx="5181600" cy="4486619"/>
          </a:xfrm>
          <a:prstGeom prst="rect">
            <a:avLst/>
          </a:prstGeom>
        </p:spPr>
        <p:txBody>
          <a:bodyPr/>
          <a:lstStyle>
            <a:lvl1pPr>
              <a:defRPr sz="2400">
                <a:solidFill>
                  <a:srgbClr val="063532"/>
                </a:solidFill>
              </a:defRPr>
            </a:lvl1pPr>
            <a:lvl2pPr>
              <a:defRPr sz="2200">
                <a:solidFill>
                  <a:srgbClr val="063532"/>
                </a:solidFill>
              </a:defRPr>
            </a:lvl2pPr>
            <a:lvl3pPr>
              <a:defRPr sz="2200">
                <a:solidFill>
                  <a:srgbClr val="063532"/>
                </a:solidFill>
              </a:defRPr>
            </a:lvl3pPr>
            <a:lvl4pPr>
              <a:defRPr sz="2200">
                <a:solidFill>
                  <a:srgbClr val="063532"/>
                </a:solidFill>
              </a:defRPr>
            </a:lvl4pPr>
            <a:lvl5pPr>
              <a:defRPr sz="2200">
                <a:solidFill>
                  <a:srgbClr val="06353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906980"/>
            <a:ext cx="5181600" cy="4486619"/>
          </a:xfrm>
          <a:prstGeom prst="rect">
            <a:avLst/>
          </a:prstGeom>
        </p:spPr>
        <p:txBody>
          <a:bodyPr>
            <a:normAutofit/>
          </a:bodyPr>
          <a:lstStyle>
            <a:lvl1pPr>
              <a:defRPr sz="2400">
                <a:solidFill>
                  <a:srgbClr val="063532"/>
                </a:solidFill>
              </a:defRPr>
            </a:lvl1pPr>
            <a:lvl2pPr>
              <a:defRPr sz="2200">
                <a:solidFill>
                  <a:srgbClr val="063532"/>
                </a:solidFill>
              </a:defRPr>
            </a:lvl2pPr>
            <a:lvl3pPr>
              <a:defRPr sz="2200">
                <a:solidFill>
                  <a:srgbClr val="063532"/>
                </a:solidFill>
              </a:defRPr>
            </a:lvl3pPr>
            <a:lvl4pPr>
              <a:defRPr sz="2200">
                <a:solidFill>
                  <a:srgbClr val="063532"/>
                </a:solidFill>
              </a:defRPr>
            </a:lvl4pPr>
            <a:lvl5pPr>
              <a:defRPr sz="2200">
                <a:solidFill>
                  <a:srgbClr val="06353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B06B0BE7-D16B-4D34-B974-71265B7FFB65}" type="datetimeFigureOut">
              <a:rPr lang="en-GB" smtClean="0"/>
              <a:t>24/06/2024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29EBE78-CE6B-4E09-842D-3085BE8AA51D}" type="slidenum">
              <a:rPr lang="en-GB" smtClean="0"/>
              <a:t>‹#›</a:t>
            </a:fld>
            <a:endParaRPr lang="en-GB"/>
          </a:p>
        </p:txBody>
      </p:sp>
      <p:pic>
        <p:nvPicPr>
          <p:cNvPr id="12" name="Picture 11">
            <a:extLst>
              <a:ext uri="{FF2B5EF4-FFF2-40B4-BE49-F238E27FC236}">
                <a16:creationId xmlns:a16="http://schemas.microsoft.com/office/drawing/2014/main" id="{AC2D06BA-0193-4A43-9CD0-5FE039BBDA3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0413" t="25418" r="10290" b="14375"/>
          <a:stretch/>
        </p:blipFill>
        <p:spPr>
          <a:xfrm>
            <a:off x="169739" y="558102"/>
            <a:ext cx="2710347" cy="628625"/>
          </a:xfrm>
          <a:prstGeom prst="rect">
            <a:avLst/>
          </a:prstGeom>
        </p:spPr>
      </p:pic>
      <p:sp>
        <p:nvSpPr>
          <p:cNvPr id="14" name="Rectangle 13">
            <a:extLst>
              <a:ext uri="{FF2B5EF4-FFF2-40B4-BE49-F238E27FC236}">
                <a16:creationId xmlns:a16="http://schemas.microsoft.com/office/drawing/2014/main" id="{D5BE2B3F-5751-4DA1-B4F6-09BE9D0AFF88}"/>
              </a:ext>
            </a:extLst>
          </p:cNvPr>
          <p:cNvSpPr/>
          <p:nvPr userDrawn="1"/>
        </p:nvSpPr>
        <p:spPr>
          <a:xfrm>
            <a:off x="3016650" y="558102"/>
            <a:ext cx="45720" cy="572161"/>
          </a:xfrm>
          <a:prstGeom prst="rect">
            <a:avLst/>
          </a:prstGeom>
          <a:solidFill>
            <a:srgbClr val="E11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43385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_Content_3">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78800" y="1249135"/>
            <a:ext cx="5157787" cy="550578"/>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78800" y="1801091"/>
            <a:ext cx="5157787" cy="4586687"/>
          </a:xfrm>
          <a:prstGeom prst="rect">
            <a:avLst/>
          </a:prstGeom>
        </p:spPr>
        <p:txBody>
          <a:bodyPr>
            <a:normAutofit/>
          </a:bodyPr>
          <a:lstStyle>
            <a:lvl1pPr>
              <a:defRPr sz="2400"/>
            </a:lvl1pPr>
            <a:lvl2pPr>
              <a:defRPr sz="2200"/>
            </a:lvl2pPr>
            <a:lvl3pPr>
              <a:defRPr sz="2200"/>
            </a:lvl3pPr>
            <a:lvl4pPr>
              <a:defRPr sz="2200"/>
            </a:lvl4pPr>
            <a:lvl5pPr>
              <a:defRPr sz="2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249134"/>
            <a:ext cx="5158800" cy="5508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1799713"/>
            <a:ext cx="5158800" cy="4586687"/>
          </a:xfrm>
          <a:prstGeom prst="rect">
            <a:avLst/>
          </a:prstGeom>
        </p:spPr>
        <p:txBody>
          <a:bodyPr>
            <a:normAutofit/>
          </a:bodyPr>
          <a:lstStyle>
            <a:lvl1pPr>
              <a:defRPr sz="2400"/>
            </a:lvl1pPr>
            <a:lvl2pPr>
              <a:defRPr sz="2200"/>
            </a:lvl2pPr>
            <a:lvl3pPr>
              <a:defRPr sz="2200"/>
            </a:lvl3pPr>
            <a:lvl4pPr>
              <a:defRPr sz="2200"/>
            </a:lvl4pPr>
            <a:lvl5pPr>
              <a:defRPr sz="2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B06B0BE7-D16B-4D34-B974-71265B7FFB65}" type="datetimeFigureOut">
              <a:rPr lang="en-GB" smtClean="0"/>
              <a:t>24/06/2024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929EBE78-CE6B-4E09-842D-3085BE8AA51D}" type="slidenum">
              <a:rPr lang="en-GB" smtClean="0"/>
              <a:t>‹#›</a:t>
            </a:fld>
            <a:endParaRPr lang="en-GB"/>
          </a:p>
        </p:txBody>
      </p:sp>
      <p:pic>
        <p:nvPicPr>
          <p:cNvPr id="13" name="Picture 12">
            <a:extLst>
              <a:ext uri="{FF2B5EF4-FFF2-40B4-BE49-F238E27FC236}">
                <a16:creationId xmlns:a16="http://schemas.microsoft.com/office/drawing/2014/main" id="{6BD8D940-C6E9-4ACD-B524-28491155E44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0413" t="25418" r="10290" b="14375"/>
          <a:stretch/>
        </p:blipFill>
        <p:spPr>
          <a:xfrm>
            <a:off x="169739" y="350038"/>
            <a:ext cx="2710347" cy="628625"/>
          </a:xfrm>
          <a:prstGeom prst="rect">
            <a:avLst/>
          </a:prstGeom>
        </p:spPr>
      </p:pic>
      <p:sp>
        <p:nvSpPr>
          <p:cNvPr id="14" name="Title 1">
            <a:extLst>
              <a:ext uri="{FF2B5EF4-FFF2-40B4-BE49-F238E27FC236}">
                <a16:creationId xmlns:a16="http://schemas.microsoft.com/office/drawing/2014/main" id="{096BB317-9E49-4E62-94FA-3BC1A6435449}"/>
              </a:ext>
            </a:extLst>
          </p:cNvPr>
          <p:cNvSpPr>
            <a:spLocks noGrp="1"/>
          </p:cNvSpPr>
          <p:nvPr>
            <p:ph type="title"/>
          </p:nvPr>
        </p:nvSpPr>
        <p:spPr>
          <a:xfrm>
            <a:off x="3296220" y="162000"/>
            <a:ext cx="8607406" cy="759600"/>
          </a:xfrm>
          <a:prstGeom prst="rect">
            <a:avLst/>
          </a:prstGeom>
        </p:spPr>
        <p:txBody>
          <a:bodyPr anchor="b">
            <a:normAutofit/>
          </a:bodyPr>
          <a:lstStyle>
            <a:lvl1pPr>
              <a:defRPr sz="3200" b="1">
                <a:solidFill>
                  <a:srgbClr val="063532"/>
                </a:solidFill>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16" name="Rectangle 15">
            <a:extLst>
              <a:ext uri="{FF2B5EF4-FFF2-40B4-BE49-F238E27FC236}">
                <a16:creationId xmlns:a16="http://schemas.microsoft.com/office/drawing/2014/main" id="{D5F2423B-3474-4445-ADB3-0F6BA8B1CEE2}"/>
              </a:ext>
            </a:extLst>
          </p:cNvPr>
          <p:cNvSpPr/>
          <p:nvPr userDrawn="1"/>
        </p:nvSpPr>
        <p:spPr>
          <a:xfrm>
            <a:off x="3016650" y="350038"/>
            <a:ext cx="45720" cy="572161"/>
          </a:xfrm>
          <a:prstGeom prst="rect">
            <a:avLst/>
          </a:prstGeom>
          <a:solidFill>
            <a:srgbClr val="E11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0728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06B0BE7-D16B-4D34-B974-71265B7FFB65}" type="datetimeFigureOut">
              <a:rPr lang="en-GB" smtClean="0"/>
              <a:t>24/06/2024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929EBE78-CE6B-4E09-842D-3085BE8AA51D}" type="slidenum">
              <a:rPr lang="en-GB" smtClean="0"/>
              <a:t>‹#›</a:t>
            </a:fld>
            <a:endParaRPr lang="en-GB"/>
          </a:p>
        </p:txBody>
      </p:sp>
      <p:pic>
        <p:nvPicPr>
          <p:cNvPr id="8" name="Picture 7">
            <a:extLst>
              <a:ext uri="{FF2B5EF4-FFF2-40B4-BE49-F238E27FC236}">
                <a16:creationId xmlns:a16="http://schemas.microsoft.com/office/drawing/2014/main" id="{F1F851AD-FF0A-4D0E-8285-D3EE7857AD5A}"/>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0413" t="25418" r="10290" b="14375"/>
          <a:stretch/>
        </p:blipFill>
        <p:spPr>
          <a:xfrm>
            <a:off x="169739" y="350038"/>
            <a:ext cx="2710347" cy="628625"/>
          </a:xfrm>
          <a:prstGeom prst="rect">
            <a:avLst/>
          </a:prstGeom>
        </p:spPr>
      </p:pic>
      <p:sp>
        <p:nvSpPr>
          <p:cNvPr id="9" name="Title 1">
            <a:extLst>
              <a:ext uri="{FF2B5EF4-FFF2-40B4-BE49-F238E27FC236}">
                <a16:creationId xmlns:a16="http://schemas.microsoft.com/office/drawing/2014/main" id="{3DD6C0A6-DDAA-4CEF-8DBF-38AD56E319F4}"/>
              </a:ext>
            </a:extLst>
          </p:cNvPr>
          <p:cNvSpPr>
            <a:spLocks noGrp="1"/>
          </p:cNvSpPr>
          <p:nvPr>
            <p:ph type="title"/>
          </p:nvPr>
        </p:nvSpPr>
        <p:spPr>
          <a:xfrm>
            <a:off x="3296220" y="162000"/>
            <a:ext cx="8607406" cy="759600"/>
          </a:xfrm>
          <a:prstGeom prst="rect">
            <a:avLst/>
          </a:prstGeom>
        </p:spPr>
        <p:txBody>
          <a:bodyPr anchor="b">
            <a:normAutofit/>
          </a:bodyPr>
          <a:lstStyle>
            <a:lvl1pPr>
              <a:defRPr sz="3200" b="1">
                <a:solidFill>
                  <a:srgbClr val="063532"/>
                </a:solidFill>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12" name="Rectangle 11">
            <a:extLst>
              <a:ext uri="{FF2B5EF4-FFF2-40B4-BE49-F238E27FC236}">
                <a16:creationId xmlns:a16="http://schemas.microsoft.com/office/drawing/2014/main" id="{5E9BA10A-F7D3-40BB-8223-BC166EACD246}"/>
              </a:ext>
            </a:extLst>
          </p:cNvPr>
          <p:cNvSpPr/>
          <p:nvPr userDrawn="1"/>
        </p:nvSpPr>
        <p:spPr>
          <a:xfrm>
            <a:off x="3016650" y="350038"/>
            <a:ext cx="45720" cy="572161"/>
          </a:xfrm>
          <a:prstGeom prst="rect">
            <a:avLst/>
          </a:prstGeom>
          <a:solidFill>
            <a:srgbClr val="E11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48945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6B0BE7-D16B-4D34-B974-71265B7FFB65}" type="datetimeFigureOut">
              <a:rPr lang="en-GB" smtClean="0"/>
              <a:t>24/06/2024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929EBE78-CE6B-4E09-842D-3085BE8AA51D}" type="slidenum">
              <a:rPr lang="en-GB" smtClean="0"/>
              <a:t>‹#›</a:t>
            </a:fld>
            <a:endParaRPr lang="en-GB"/>
          </a:p>
        </p:txBody>
      </p:sp>
    </p:spTree>
    <p:extLst>
      <p:ext uri="{BB962C8B-B14F-4D97-AF65-F5344CB8AC3E}">
        <p14:creationId xmlns:p14="http://schemas.microsoft.com/office/powerpoint/2010/main" val="8747689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_Break_1">
    <p:bg>
      <p:bgPr>
        <a:solidFill>
          <a:srgbClr val="E11F1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D415F-DBFD-4DDD-B47A-BA56E9C237CF}"/>
              </a:ext>
            </a:extLst>
          </p:cNvPr>
          <p:cNvSpPr>
            <a:spLocks noGrp="1"/>
          </p:cNvSpPr>
          <p:nvPr>
            <p:ph type="title" hasCustomPrompt="1"/>
          </p:nvPr>
        </p:nvSpPr>
        <p:spPr>
          <a:xfrm>
            <a:off x="547200" y="2082800"/>
            <a:ext cx="6132848" cy="2351314"/>
          </a:xfrm>
        </p:spPr>
        <p:txBody>
          <a:bodyPr anchor="ctr">
            <a:noAutofit/>
          </a:bodyPr>
          <a:lstStyle>
            <a:lvl1pPr>
              <a:defRPr sz="5600" cap="none" baseline="0">
                <a:solidFill>
                  <a:srgbClr val="FEF6F0"/>
                </a:solidFill>
              </a:defRPr>
            </a:lvl1pPr>
          </a:lstStyle>
          <a:p>
            <a:r>
              <a:rPr lang="en-US"/>
              <a:t>Click to add title</a:t>
            </a:r>
            <a:endParaRPr lang="en-GB"/>
          </a:p>
        </p:txBody>
      </p:sp>
      <p:sp>
        <p:nvSpPr>
          <p:cNvPr id="13" name="TextBox 12">
            <a:extLst>
              <a:ext uri="{FF2B5EF4-FFF2-40B4-BE49-F238E27FC236}">
                <a16:creationId xmlns:a16="http://schemas.microsoft.com/office/drawing/2014/main" id="{BB58425E-F767-40D4-8F2E-BA7E0F48360F}"/>
              </a:ext>
            </a:extLst>
          </p:cNvPr>
          <p:cNvSpPr txBox="1"/>
          <p:nvPr userDrawn="1"/>
        </p:nvSpPr>
        <p:spPr>
          <a:xfrm>
            <a:off x="665976" y="4520951"/>
            <a:ext cx="3885086" cy="390157"/>
          </a:xfrm>
          <a:prstGeom prst="rect">
            <a:avLst/>
          </a:prstGeom>
        </p:spPr>
        <p:txBody>
          <a:bodyPr vert="horz" wrap="square" lIns="0" tIns="0" rIns="0" bIns="0" rtlCol="0" anchor="t" anchorCtr="0">
            <a:normAutofit/>
          </a:bodyPr>
          <a:lstStyle/>
          <a:p>
            <a:pPr algn="l"/>
            <a:r>
              <a:rPr lang="en-GB" sz="1800" b="1">
                <a:solidFill>
                  <a:srgbClr val="FEF6F0"/>
                </a:solidFill>
                <a:latin typeface="Arial" panose="020B0604020202020204" pitchFamily="34" charset="0"/>
                <a:cs typeface="Arial" panose="020B0604020202020204" pitchFamily="34" charset="0"/>
              </a:rPr>
              <a:t>qahighereducation.com</a:t>
            </a:r>
          </a:p>
        </p:txBody>
      </p:sp>
      <p:pic>
        <p:nvPicPr>
          <p:cNvPr id="5" name="Picture 4">
            <a:extLst>
              <a:ext uri="{FF2B5EF4-FFF2-40B4-BE49-F238E27FC236}">
                <a16:creationId xmlns:a16="http://schemas.microsoft.com/office/drawing/2014/main" id="{84EA1FCC-5D7C-457D-B5D0-944588B44E3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68348" y="516346"/>
            <a:ext cx="3249177" cy="671291"/>
          </a:xfrm>
          <a:prstGeom prst="rect">
            <a:avLst/>
          </a:prstGeom>
        </p:spPr>
      </p:pic>
    </p:spTree>
    <p:extLst>
      <p:ext uri="{BB962C8B-B14F-4D97-AF65-F5344CB8AC3E}">
        <p14:creationId xmlns:p14="http://schemas.microsoft.com/office/powerpoint/2010/main" val="697127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3144E-D305-509B-473B-6019C41860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F9101B11-834F-0B11-3431-C9176A0045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9DD61B8-633A-29F7-B8B7-AE8935E28517}"/>
              </a:ext>
            </a:extLst>
          </p:cNvPr>
          <p:cNvSpPr>
            <a:spLocks noGrp="1"/>
          </p:cNvSpPr>
          <p:nvPr>
            <p:ph type="dt" sz="half" idx="10"/>
          </p:nvPr>
        </p:nvSpPr>
        <p:spPr/>
        <p:txBody>
          <a:bodyPr/>
          <a:lstStyle/>
          <a:p>
            <a:fld id="{D25A345A-DC3B-4284-B33C-28195F3E5C7E}" type="datetimeFigureOut">
              <a:rPr lang="en-GB" smtClean="0"/>
              <a:t>24/06/2024</a:t>
            </a:fld>
            <a:endParaRPr lang="en-GB"/>
          </a:p>
        </p:txBody>
      </p:sp>
      <p:sp>
        <p:nvSpPr>
          <p:cNvPr id="5" name="Footer Placeholder 4">
            <a:extLst>
              <a:ext uri="{FF2B5EF4-FFF2-40B4-BE49-F238E27FC236}">
                <a16:creationId xmlns:a16="http://schemas.microsoft.com/office/drawing/2014/main" id="{0718E631-8ADC-1FAD-2BEE-316236C4D0B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B09C8B4-384C-6002-DCAB-6116F77D3D78}"/>
              </a:ext>
            </a:extLst>
          </p:cNvPr>
          <p:cNvSpPr>
            <a:spLocks noGrp="1"/>
          </p:cNvSpPr>
          <p:nvPr>
            <p:ph type="sldNum" sz="quarter" idx="12"/>
          </p:nvPr>
        </p:nvSpPr>
        <p:spPr/>
        <p:txBody>
          <a:bodyPr/>
          <a:lstStyle/>
          <a:p>
            <a:fld id="{A295A7FE-8823-4175-BE88-582B110B1991}" type="slidenum">
              <a:rPr lang="en-GB" smtClean="0"/>
              <a:t>‹#›</a:t>
            </a:fld>
            <a:endParaRPr lang="en-GB"/>
          </a:p>
        </p:txBody>
      </p:sp>
    </p:spTree>
    <p:extLst>
      <p:ext uri="{BB962C8B-B14F-4D97-AF65-F5344CB8AC3E}">
        <p14:creationId xmlns:p14="http://schemas.microsoft.com/office/powerpoint/2010/main" val="713569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Section_Break_1">
    <p:bg>
      <p:bgPr>
        <a:solidFill>
          <a:srgbClr val="E11F1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D415F-DBFD-4DDD-B47A-BA56E9C237CF}"/>
              </a:ext>
            </a:extLst>
          </p:cNvPr>
          <p:cNvSpPr>
            <a:spLocks noGrp="1"/>
          </p:cNvSpPr>
          <p:nvPr>
            <p:ph type="title" hasCustomPrompt="1"/>
          </p:nvPr>
        </p:nvSpPr>
        <p:spPr>
          <a:xfrm>
            <a:off x="547200" y="2082800"/>
            <a:ext cx="6132848" cy="2351314"/>
          </a:xfrm>
        </p:spPr>
        <p:txBody>
          <a:bodyPr anchor="ctr">
            <a:noAutofit/>
          </a:bodyPr>
          <a:lstStyle>
            <a:lvl1pPr>
              <a:defRPr sz="5600" cap="none" baseline="0">
                <a:solidFill>
                  <a:srgbClr val="FEF6F0"/>
                </a:solidFill>
              </a:defRPr>
            </a:lvl1pPr>
          </a:lstStyle>
          <a:p>
            <a:r>
              <a:rPr lang="en-US"/>
              <a:t>Click to add title</a:t>
            </a:r>
            <a:endParaRPr lang="en-GB"/>
          </a:p>
        </p:txBody>
      </p:sp>
      <p:sp>
        <p:nvSpPr>
          <p:cNvPr id="13" name="TextBox 12">
            <a:extLst>
              <a:ext uri="{FF2B5EF4-FFF2-40B4-BE49-F238E27FC236}">
                <a16:creationId xmlns:a16="http://schemas.microsoft.com/office/drawing/2014/main" id="{BB58425E-F767-40D4-8F2E-BA7E0F48360F}"/>
              </a:ext>
            </a:extLst>
          </p:cNvPr>
          <p:cNvSpPr txBox="1"/>
          <p:nvPr userDrawn="1"/>
        </p:nvSpPr>
        <p:spPr>
          <a:xfrm>
            <a:off x="665976" y="4520951"/>
            <a:ext cx="3885086" cy="390157"/>
          </a:xfrm>
          <a:prstGeom prst="rect">
            <a:avLst/>
          </a:prstGeom>
        </p:spPr>
        <p:txBody>
          <a:bodyPr vert="horz" wrap="square" lIns="0" tIns="0" rIns="0" bIns="0" rtlCol="0" anchor="t" anchorCtr="0">
            <a:normAutofit/>
          </a:bodyPr>
          <a:lstStyle/>
          <a:p>
            <a:pPr algn="l"/>
            <a:r>
              <a:rPr lang="en-GB" sz="1800" b="1">
                <a:solidFill>
                  <a:srgbClr val="FEF6F0"/>
                </a:solidFill>
                <a:latin typeface="Arial" panose="020B0604020202020204" pitchFamily="34" charset="0"/>
                <a:cs typeface="Arial" panose="020B0604020202020204" pitchFamily="34" charset="0"/>
              </a:rPr>
              <a:t>qahighereducation.com</a:t>
            </a:r>
          </a:p>
        </p:txBody>
      </p:sp>
      <p:pic>
        <p:nvPicPr>
          <p:cNvPr id="5" name="Picture 4">
            <a:extLst>
              <a:ext uri="{FF2B5EF4-FFF2-40B4-BE49-F238E27FC236}">
                <a16:creationId xmlns:a16="http://schemas.microsoft.com/office/drawing/2014/main" id="{84EA1FCC-5D7C-457D-B5D0-944588B44E3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68348" y="516346"/>
            <a:ext cx="3249177" cy="671291"/>
          </a:xfrm>
          <a:prstGeom prst="rect">
            <a:avLst/>
          </a:prstGeom>
        </p:spPr>
      </p:pic>
    </p:spTree>
    <p:extLst>
      <p:ext uri="{BB962C8B-B14F-4D97-AF65-F5344CB8AC3E}">
        <p14:creationId xmlns:p14="http://schemas.microsoft.com/office/powerpoint/2010/main" val="1195531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EF6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6400" y="1249200"/>
            <a:ext cx="10515600" cy="759600"/>
          </a:xfrm>
          <a:prstGeom prst="rect">
            <a:avLst/>
          </a:prstGeom>
        </p:spPr>
        <p:txBody>
          <a:bodyPr anchor="b">
            <a:normAutofit/>
          </a:bodyPr>
          <a:lstStyle/>
          <a:p>
            <a:pPr marL="0" lvl="0"/>
            <a:r>
              <a:rPr lang="en-US"/>
              <a:t>Click to edit Master title style</a:t>
            </a:r>
            <a:endParaRPr lang="en-GB"/>
          </a:p>
        </p:txBody>
      </p:sp>
      <p:sp>
        <p:nvSpPr>
          <p:cNvPr id="3" name="Text Placeholder 2"/>
          <p:cNvSpPr>
            <a:spLocks noGrp="1"/>
          </p:cNvSpPr>
          <p:nvPr>
            <p:ph type="body" idx="1"/>
          </p:nvPr>
        </p:nvSpPr>
        <p:spPr>
          <a:xfrm>
            <a:off x="478800" y="2354400"/>
            <a:ext cx="10875600" cy="4039200"/>
          </a:xfrm>
          <a:prstGeom prst="rect">
            <a:avLst/>
          </a:prstGeom>
        </p:spPr>
        <p:txBody>
          <a:bodyPr>
            <a:normAutofit/>
          </a:bodyPr>
          <a:lstStyle/>
          <a:p>
            <a:pPr lvl="0">
              <a:lnSpc>
                <a:spcPct val="150000"/>
              </a:lnSpc>
            </a:pPr>
            <a:r>
              <a:rPr lang="en-US"/>
              <a:t>Edit Master text styles</a:t>
            </a:r>
          </a:p>
          <a:p>
            <a:pPr lvl="1">
              <a:lnSpc>
                <a:spcPct val="150000"/>
              </a:lnSpc>
            </a:pPr>
            <a:r>
              <a:rPr lang="en-US"/>
              <a:t>Second level</a:t>
            </a:r>
          </a:p>
          <a:p>
            <a:pPr lvl="2">
              <a:lnSpc>
                <a:spcPct val="150000"/>
              </a:lnSpc>
            </a:pPr>
            <a:r>
              <a:rPr lang="en-US"/>
              <a:t>Third level</a:t>
            </a:r>
          </a:p>
          <a:p>
            <a:pPr lvl="3">
              <a:lnSpc>
                <a:spcPct val="150000"/>
              </a:lnSpc>
            </a:pPr>
            <a:r>
              <a:rPr lang="en-US"/>
              <a:t>Fourth level</a:t>
            </a:r>
          </a:p>
          <a:p>
            <a:pPr lvl="4">
              <a:lnSpc>
                <a:spcPct val="150000"/>
              </a:lnSpc>
            </a:pPr>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6B0BE7-D16B-4D34-B974-71265B7FFB65}" type="datetimeFigureOut">
              <a:rPr lang="en-GB" smtClean="0"/>
              <a:t>24/06/2024</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9EBE78-CE6B-4E09-842D-3085BE8AA51D}" type="slidenum">
              <a:rPr lang="en-GB" smtClean="0"/>
              <a:t>‹#›</a:t>
            </a:fld>
            <a:endParaRPr lang="en-GB"/>
          </a:p>
        </p:txBody>
      </p:sp>
    </p:spTree>
    <p:extLst>
      <p:ext uri="{BB962C8B-B14F-4D97-AF65-F5344CB8AC3E}">
        <p14:creationId xmlns:p14="http://schemas.microsoft.com/office/powerpoint/2010/main" val="139515272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2" r:id="rId9"/>
    <p:sldLayoutId id="2147483670" r:id="rId10"/>
  </p:sldLayoutIdLst>
  <p:txStyles>
    <p:titleStyle>
      <a:lvl1pPr algn="l" defTabSz="914400" rtl="0" eaLnBrk="1" latinLnBrk="0" hangingPunct="1">
        <a:lnSpc>
          <a:spcPct val="90000"/>
        </a:lnSpc>
        <a:spcBef>
          <a:spcPct val="0"/>
        </a:spcBef>
        <a:buNone/>
        <a:defRPr lang="en-GB" sz="3200" b="1" kern="1200">
          <a:solidFill>
            <a:srgbClr val="063532"/>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lang="en-US" sz="2800" b="0" i="0" kern="1200" dirty="0" smtClean="0">
          <a:solidFill>
            <a:srgbClr val="06353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b="0" i="0" kern="1200" dirty="0" smtClean="0">
          <a:solidFill>
            <a:srgbClr val="06353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400" b="0" i="0" kern="1200" dirty="0" smtClean="0">
          <a:solidFill>
            <a:srgbClr val="06353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2400" b="0" i="0" kern="1200" dirty="0" smtClean="0">
          <a:solidFill>
            <a:srgbClr val="06353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GB" sz="2400" b="0" i="0" kern="1200" dirty="0">
          <a:solidFill>
            <a:srgbClr val="06353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medium.com/@sachinrekhi/don-normans-principles-of-interaction-design-51025a2c0f33" TargetMode="Externa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medium.com/@sachinrekhi/don-normans-principles-of-interaction-design-51025a2c0f33" TargetMode="Externa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interaction-design.org/literature/topics/usability"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marker.io/blog/usability-testing-template"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marker.io/blog/usability-testing-template" TargetMode="External"/><Relationship Id="rId2" Type="http://schemas.openxmlformats.org/officeDocument/2006/relationships/hyperlink" Target="https://www.interaction-design.org/literature/topics/usability"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B5E2E-4931-6CFC-8ABE-7EAB64C68954}"/>
              </a:ext>
            </a:extLst>
          </p:cNvPr>
          <p:cNvSpPr>
            <a:spLocks noGrp="1"/>
          </p:cNvSpPr>
          <p:nvPr>
            <p:ph type="title"/>
          </p:nvPr>
        </p:nvSpPr>
        <p:spPr/>
        <p:txBody>
          <a:bodyPr/>
          <a:lstStyle/>
          <a:p>
            <a:r>
              <a:rPr lang="en-GB"/>
              <a:t>Seminar</a:t>
            </a:r>
          </a:p>
        </p:txBody>
      </p:sp>
      <p:sp>
        <p:nvSpPr>
          <p:cNvPr id="3" name="Subtitle 2">
            <a:extLst>
              <a:ext uri="{FF2B5EF4-FFF2-40B4-BE49-F238E27FC236}">
                <a16:creationId xmlns:a16="http://schemas.microsoft.com/office/drawing/2014/main" id="{18E11059-E64B-F409-6BD7-2B552008CB68}"/>
              </a:ext>
            </a:extLst>
          </p:cNvPr>
          <p:cNvSpPr>
            <a:spLocks noGrp="1"/>
          </p:cNvSpPr>
          <p:nvPr>
            <p:ph type="body" sz="quarter" idx="10"/>
          </p:nvPr>
        </p:nvSpPr>
        <p:spPr/>
        <p:txBody>
          <a:bodyPr/>
          <a:lstStyle/>
          <a:p>
            <a:r>
              <a:rPr lang="en-GB"/>
              <a:t>Week 2 seminar| Human and Computer Interaction</a:t>
            </a:r>
          </a:p>
        </p:txBody>
      </p:sp>
    </p:spTree>
    <p:extLst>
      <p:ext uri="{BB962C8B-B14F-4D97-AF65-F5344CB8AC3E}">
        <p14:creationId xmlns:p14="http://schemas.microsoft.com/office/powerpoint/2010/main" val="24194337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a:t>Session Outline</a:t>
            </a:r>
          </a:p>
        </p:txBody>
      </p:sp>
      <p:sp>
        <p:nvSpPr>
          <p:cNvPr id="3" name="Content Placeholder 2">
            <a:extLst>
              <a:ext uri="{FF2B5EF4-FFF2-40B4-BE49-F238E27FC236}">
                <a16:creationId xmlns:a16="http://schemas.microsoft.com/office/drawing/2014/main" id="{D89901A2-04AE-D3CB-FC46-ED162487BC92}"/>
              </a:ext>
            </a:extLst>
          </p:cNvPr>
          <p:cNvSpPr>
            <a:spLocks noGrp="1"/>
          </p:cNvSpPr>
          <p:nvPr>
            <p:ph idx="1"/>
          </p:nvPr>
        </p:nvSpPr>
        <p:spPr/>
        <p:txBody>
          <a:bodyPr>
            <a:normAutofit/>
          </a:bodyPr>
          <a:lstStyle/>
          <a:p>
            <a:pPr marL="0" indent="0">
              <a:buNone/>
            </a:pPr>
            <a:r>
              <a:rPr lang="en-GB"/>
              <a:t>In this week’s seminar session, you will practice the following </a:t>
            </a:r>
            <a:r>
              <a:rPr lang="en-GB" b="1"/>
              <a:t>concepts</a:t>
            </a:r>
            <a:r>
              <a:rPr lang="en-GB"/>
              <a:t> from the lecture session:</a:t>
            </a:r>
          </a:p>
          <a:p>
            <a:pPr lvl="1"/>
            <a:r>
              <a:rPr lang="en-GB">
                <a:ea typeface="Calibri"/>
                <a:cs typeface="Calibri"/>
              </a:rPr>
              <a:t>Apply </a:t>
            </a:r>
            <a:r>
              <a:rPr lang="en-GB" b="1">
                <a:ea typeface="Calibri"/>
                <a:cs typeface="Calibri"/>
              </a:rPr>
              <a:t>Norman’s design principles </a:t>
            </a:r>
            <a:r>
              <a:rPr lang="en-GB">
                <a:ea typeface="Calibri"/>
                <a:cs typeface="Calibri"/>
              </a:rPr>
              <a:t>in an HCI product (i.e. web design). </a:t>
            </a:r>
          </a:p>
          <a:p>
            <a:pPr lvl="1"/>
            <a:r>
              <a:rPr lang="en-GB">
                <a:ea typeface="Calibri"/>
                <a:cs typeface="Calibri"/>
              </a:rPr>
              <a:t>Apply </a:t>
            </a:r>
            <a:r>
              <a:rPr lang="en-GB" b="1">
                <a:ea typeface="Calibri"/>
                <a:cs typeface="Calibri"/>
              </a:rPr>
              <a:t>usability</a:t>
            </a:r>
            <a:r>
              <a:rPr lang="en-GB">
                <a:ea typeface="Calibri"/>
                <a:cs typeface="Calibri"/>
              </a:rPr>
              <a:t> in an HCI product (i.e. web design).</a:t>
            </a:r>
          </a:p>
          <a:p>
            <a:pPr lvl="1"/>
            <a:endParaRPr lang="en-GB"/>
          </a:p>
          <a:p>
            <a:pPr marL="0" indent="0">
              <a:buNone/>
            </a:pPr>
            <a:r>
              <a:rPr lang="en-GB"/>
              <a:t>The seminar is structured into </a:t>
            </a:r>
            <a:r>
              <a:rPr lang="en-GB" b="1"/>
              <a:t>2 group activities</a:t>
            </a:r>
            <a:r>
              <a:rPr lang="en-GB"/>
              <a:t>:</a:t>
            </a:r>
          </a:p>
          <a:p>
            <a:pPr marL="457200" indent="-457200">
              <a:buFont typeface="+mj-lt"/>
              <a:buAutoNum type="arabicPeriod"/>
            </a:pPr>
            <a:r>
              <a:rPr lang="en-GB"/>
              <a:t>Norman’s design principles applied to web design (60 minutes).</a:t>
            </a:r>
          </a:p>
          <a:p>
            <a:pPr marL="457200" indent="-457200">
              <a:buFont typeface="+mj-lt"/>
              <a:buAutoNum type="arabicPeriod"/>
            </a:pPr>
            <a:r>
              <a:rPr lang="en-GB"/>
              <a:t>Usability applied to web design (60 minutes).</a:t>
            </a:r>
          </a:p>
        </p:txBody>
      </p:sp>
    </p:spTree>
    <p:extLst>
      <p:ext uri="{BB962C8B-B14F-4D97-AF65-F5344CB8AC3E}">
        <p14:creationId xmlns:p14="http://schemas.microsoft.com/office/powerpoint/2010/main" val="27692079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F2662-252F-891A-16D4-24E4D55CEB3F}"/>
              </a:ext>
            </a:extLst>
          </p:cNvPr>
          <p:cNvSpPr>
            <a:spLocks noGrp="1"/>
          </p:cNvSpPr>
          <p:nvPr>
            <p:ph type="title"/>
          </p:nvPr>
        </p:nvSpPr>
        <p:spPr/>
        <p:txBody>
          <a:bodyPr/>
          <a:lstStyle/>
          <a:p>
            <a:r>
              <a:rPr lang="en-GB"/>
              <a:t>Activity 1: Review of a web design</a:t>
            </a:r>
          </a:p>
        </p:txBody>
      </p:sp>
      <p:sp>
        <p:nvSpPr>
          <p:cNvPr id="5" name="Content Placeholder 4">
            <a:extLst>
              <a:ext uri="{FF2B5EF4-FFF2-40B4-BE49-F238E27FC236}">
                <a16:creationId xmlns:a16="http://schemas.microsoft.com/office/drawing/2014/main" id="{4DB893D8-4CF8-7277-3AA0-AB33DAB80B96}"/>
              </a:ext>
            </a:extLst>
          </p:cNvPr>
          <p:cNvSpPr>
            <a:spLocks noGrp="1"/>
          </p:cNvSpPr>
          <p:nvPr>
            <p:ph idx="1"/>
          </p:nvPr>
        </p:nvSpPr>
        <p:spPr/>
        <p:txBody>
          <a:bodyPr>
            <a:noAutofit/>
          </a:bodyPr>
          <a:lstStyle/>
          <a:p>
            <a:pPr marL="0" indent="0">
              <a:spcAft>
                <a:spcPts val="800"/>
              </a:spcAft>
              <a:buNone/>
            </a:pPr>
            <a:r>
              <a:rPr lang="en-GB" b="1"/>
              <a:t>Goal of the activity</a:t>
            </a:r>
            <a:r>
              <a:rPr lang="en-GB"/>
              <a:t>: </a:t>
            </a:r>
          </a:p>
          <a:p>
            <a:pPr lvl="1">
              <a:spcAft>
                <a:spcPts val="800"/>
              </a:spcAft>
            </a:pPr>
            <a:r>
              <a:rPr lang="en-GB" sz="2400" kern="100">
                <a:effectLst/>
                <a:ea typeface="Aptos" panose="020B0004020202020204" pitchFamily="34" charset="0"/>
              </a:rPr>
              <a:t>Design a simple web page (e.g., a homepage for a coffee shop) applying Norman’s design principles and usability concepts.</a:t>
            </a:r>
          </a:p>
          <a:p>
            <a:pPr marL="0" indent="0">
              <a:spcAft>
                <a:spcPts val="800"/>
              </a:spcAft>
              <a:buNone/>
            </a:pPr>
            <a:r>
              <a:rPr lang="en-GB" b="1" kern="100">
                <a:effectLst/>
                <a:ea typeface="Aptos" panose="020B0004020202020204" pitchFamily="34" charset="0"/>
              </a:rPr>
              <a:t>Materials Needed:</a:t>
            </a:r>
          </a:p>
          <a:p>
            <a:pPr lvl="1">
              <a:spcAft>
                <a:spcPts val="800"/>
              </a:spcAft>
            </a:pPr>
            <a:r>
              <a:rPr lang="en-GB" sz="2400" kern="100">
                <a:effectLst/>
                <a:ea typeface="Aptos" panose="020B0004020202020204" pitchFamily="34" charset="0"/>
              </a:rPr>
              <a:t>Paper and pencils for sketching</a:t>
            </a:r>
          </a:p>
          <a:p>
            <a:pPr lvl="1">
              <a:spcAft>
                <a:spcPts val="800"/>
              </a:spcAft>
            </a:pPr>
            <a:r>
              <a:rPr lang="en-GB" sz="2400" kern="100">
                <a:effectLst/>
                <a:ea typeface="Aptos" panose="020B0004020202020204" pitchFamily="34" charset="0"/>
              </a:rPr>
              <a:t>Access to a web design tool (e.g., Figma, Adobe XD) – You can use pen and paper now</a:t>
            </a:r>
          </a:p>
          <a:p>
            <a:pPr lvl="1">
              <a:spcAft>
                <a:spcPts val="800"/>
              </a:spcAft>
            </a:pPr>
            <a:r>
              <a:rPr lang="en-GB" sz="2400" kern="100">
                <a:effectLst/>
                <a:ea typeface="Aptos" panose="020B0004020202020204" pitchFamily="34" charset="0"/>
              </a:rPr>
              <a:t>The summary slide for reference</a:t>
            </a:r>
          </a:p>
        </p:txBody>
      </p:sp>
    </p:spTree>
    <p:extLst>
      <p:ext uri="{BB962C8B-B14F-4D97-AF65-F5344CB8AC3E}">
        <p14:creationId xmlns:p14="http://schemas.microsoft.com/office/powerpoint/2010/main" val="18680034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F2662-252F-891A-16D4-24E4D55CEB3F}"/>
              </a:ext>
            </a:extLst>
          </p:cNvPr>
          <p:cNvSpPr>
            <a:spLocks noGrp="1"/>
          </p:cNvSpPr>
          <p:nvPr>
            <p:ph type="title"/>
          </p:nvPr>
        </p:nvSpPr>
        <p:spPr/>
        <p:txBody>
          <a:bodyPr/>
          <a:lstStyle/>
          <a:p>
            <a:r>
              <a:rPr lang="en-GB"/>
              <a:t>Activity 1: Review of a web design</a:t>
            </a:r>
          </a:p>
        </p:txBody>
      </p:sp>
      <p:sp>
        <p:nvSpPr>
          <p:cNvPr id="5" name="Content Placeholder 4">
            <a:extLst>
              <a:ext uri="{FF2B5EF4-FFF2-40B4-BE49-F238E27FC236}">
                <a16:creationId xmlns:a16="http://schemas.microsoft.com/office/drawing/2014/main" id="{4DB893D8-4CF8-7277-3AA0-AB33DAB80B96}"/>
              </a:ext>
            </a:extLst>
          </p:cNvPr>
          <p:cNvSpPr>
            <a:spLocks noGrp="1"/>
          </p:cNvSpPr>
          <p:nvPr>
            <p:ph idx="1"/>
          </p:nvPr>
        </p:nvSpPr>
        <p:spPr>
          <a:xfrm>
            <a:off x="478800" y="1149616"/>
            <a:ext cx="10875600" cy="5546384"/>
          </a:xfrm>
        </p:spPr>
        <p:txBody>
          <a:bodyPr>
            <a:noAutofit/>
          </a:bodyPr>
          <a:lstStyle/>
          <a:p>
            <a:pPr marL="0" indent="0">
              <a:buNone/>
            </a:pPr>
            <a:r>
              <a:rPr lang="en-GB" sz="2000"/>
              <a:t>Step-by-step instructions:</a:t>
            </a:r>
          </a:p>
          <a:p>
            <a:pPr lvl="1"/>
            <a:r>
              <a:rPr lang="en-GB" sz="2000" b="1"/>
              <a:t>Recap</a:t>
            </a:r>
            <a:r>
              <a:rPr lang="en-GB" sz="2000"/>
              <a:t> of key concepts from the lecture (5 minutes)</a:t>
            </a:r>
          </a:p>
          <a:p>
            <a:pPr lvl="2"/>
            <a:r>
              <a:rPr lang="en-GB" sz="2000"/>
              <a:t>You may consult the lecture materials or conduct further research.</a:t>
            </a:r>
          </a:p>
          <a:p>
            <a:pPr lvl="2"/>
            <a:r>
              <a:rPr lang="en-GB" sz="2000"/>
              <a:t>Ensure you review good examples of HCI design of a similar scenario you are applying.</a:t>
            </a:r>
          </a:p>
          <a:p>
            <a:pPr lvl="1"/>
            <a:r>
              <a:rPr lang="en-GB" sz="2000" b="1"/>
              <a:t>Sketching</a:t>
            </a:r>
            <a:r>
              <a:rPr lang="en-GB" sz="2000"/>
              <a:t> (or using a wireframe tool): Annotate and justify your sketching – link any relevant aspect to the HCI design principles (20 minutes)</a:t>
            </a:r>
          </a:p>
          <a:p>
            <a:pPr lvl="1"/>
            <a:r>
              <a:rPr lang="en-GB" sz="2000" b="1"/>
              <a:t>Design</a:t>
            </a:r>
            <a:r>
              <a:rPr lang="en-GB" sz="2000"/>
              <a:t>: Always think, “how will I be able to measure my progress? How would I know if my design is good?” (20 minutes)</a:t>
            </a:r>
          </a:p>
          <a:p>
            <a:pPr lvl="1"/>
            <a:r>
              <a:rPr lang="en-GB" sz="2000" b="1"/>
              <a:t>Self-Assessment and Teacher Feedback </a:t>
            </a:r>
            <a:r>
              <a:rPr lang="en-GB" sz="2000"/>
              <a:t>(10 minutes)</a:t>
            </a:r>
          </a:p>
          <a:p>
            <a:pPr lvl="1"/>
            <a:r>
              <a:rPr lang="en-GB" sz="2000" b="1"/>
              <a:t>Peer feedback </a:t>
            </a:r>
            <a:r>
              <a:rPr lang="en-GB" sz="2000"/>
              <a:t>(5 minutes)</a:t>
            </a:r>
          </a:p>
        </p:txBody>
      </p:sp>
    </p:spTree>
    <p:extLst>
      <p:ext uri="{BB962C8B-B14F-4D97-AF65-F5344CB8AC3E}">
        <p14:creationId xmlns:p14="http://schemas.microsoft.com/office/powerpoint/2010/main" val="3969725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F2662-252F-891A-16D4-24E4D55CEB3F}"/>
              </a:ext>
            </a:extLst>
          </p:cNvPr>
          <p:cNvSpPr>
            <a:spLocks noGrp="1"/>
          </p:cNvSpPr>
          <p:nvPr>
            <p:ph type="title"/>
          </p:nvPr>
        </p:nvSpPr>
        <p:spPr>
          <a:xfrm>
            <a:off x="3296220" y="162000"/>
            <a:ext cx="8663408" cy="759600"/>
          </a:xfrm>
        </p:spPr>
        <p:txBody>
          <a:bodyPr>
            <a:normAutofit fontScale="90000"/>
          </a:bodyPr>
          <a:lstStyle/>
          <a:p>
            <a:r>
              <a:rPr lang="en-GB"/>
              <a:t>Recap: </a:t>
            </a:r>
            <a:r>
              <a:rPr lang="en-US" sz="3200" b="1">
                <a:solidFill>
                  <a:schemeClr val="tx1"/>
                </a:solidFill>
                <a:cs typeface="Arial"/>
              </a:rPr>
              <a:t>Norman’s Design Principles (</a:t>
            </a:r>
            <a:r>
              <a:rPr lang="en-US">
                <a:solidFill>
                  <a:schemeClr val="tx1"/>
                </a:solidFill>
                <a:cs typeface="Arial"/>
              </a:rPr>
              <a:t>5</a:t>
            </a:r>
            <a:r>
              <a:rPr lang="en-US" sz="3200" b="1">
                <a:solidFill>
                  <a:schemeClr val="tx1"/>
                </a:solidFill>
                <a:cs typeface="Arial"/>
              </a:rPr>
              <a:t> minutes)</a:t>
            </a:r>
            <a:endParaRPr lang="en-GB"/>
          </a:p>
        </p:txBody>
      </p:sp>
      <p:graphicFrame>
        <p:nvGraphicFramePr>
          <p:cNvPr id="4" name="Content Placeholder 3">
            <a:extLst>
              <a:ext uri="{FF2B5EF4-FFF2-40B4-BE49-F238E27FC236}">
                <a16:creationId xmlns:a16="http://schemas.microsoft.com/office/drawing/2014/main" id="{4B0BE66E-C776-B3A0-C882-1A166EA32F2A}"/>
              </a:ext>
            </a:extLst>
          </p:cNvPr>
          <p:cNvGraphicFramePr>
            <a:graphicFrameLocks noGrp="1"/>
          </p:cNvGraphicFramePr>
          <p:nvPr>
            <p:ph idx="1"/>
            <p:extLst>
              <p:ext uri="{D42A27DB-BD31-4B8C-83A1-F6EECF244321}">
                <p14:modId xmlns:p14="http://schemas.microsoft.com/office/powerpoint/2010/main" val="2951284875"/>
              </p:ext>
            </p:extLst>
          </p:nvPr>
        </p:nvGraphicFramePr>
        <p:xfrm>
          <a:off x="430145" y="1273160"/>
          <a:ext cx="11244404" cy="4805172"/>
        </p:xfrm>
        <a:graphic>
          <a:graphicData uri="http://schemas.openxmlformats.org/drawingml/2006/table">
            <a:tbl>
              <a:tblPr firstRow="1" bandRow="1">
                <a:tableStyleId>{5C22544A-7EE6-4342-B048-85BDC9FD1C3A}</a:tableStyleId>
              </a:tblPr>
              <a:tblGrid>
                <a:gridCol w="3253323">
                  <a:extLst>
                    <a:ext uri="{9D8B030D-6E8A-4147-A177-3AD203B41FA5}">
                      <a16:colId xmlns:a16="http://schemas.microsoft.com/office/drawing/2014/main" val="2276583186"/>
                    </a:ext>
                  </a:extLst>
                </a:gridCol>
                <a:gridCol w="7991081">
                  <a:extLst>
                    <a:ext uri="{9D8B030D-6E8A-4147-A177-3AD203B41FA5}">
                      <a16:colId xmlns:a16="http://schemas.microsoft.com/office/drawing/2014/main" val="1552411397"/>
                    </a:ext>
                  </a:extLst>
                </a:gridCol>
              </a:tblGrid>
              <a:tr h="370840">
                <a:tc>
                  <a:txBody>
                    <a:bodyPr/>
                    <a:lstStyle/>
                    <a:p>
                      <a:pPr algn="just">
                        <a:lnSpc>
                          <a:spcPct val="150000"/>
                        </a:lnSpc>
                      </a:pPr>
                      <a:r>
                        <a:rPr lang="en-US" sz="1600">
                          <a:latin typeface="Arial Bold" panose="020B0704020202020204" pitchFamily="34" charset="0"/>
                          <a:cs typeface="Arial Bold" panose="020B0704020202020204" pitchFamily="34" charset="0"/>
                        </a:rPr>
                        <a:t>Principle</a:t>
                      </a:r>
                    </a:p>
                  </a:txBody>
                  <a:tcPr>
                    <a:solidFill>
                      <a:srgbClr val="E95551"/>
                    </a:solidFill>
                  </a:tcPr>
                </a:tc>
                <a:tc>
                  <a:txBody>
                    <a:bodyPr/>
                    <a:lstStyle/>
                    <a:p>
                      <a:pPr algn="just">
                        <a:lnSpc>
                          <a:spcPct val="150000"/>
                        </a:lnSpc>
                      </a:pPr>
                      <a:r>
                        <a:rPr lang="en-US" sz="1600">
                          <a:latin typeface="Arial Bold" panose="020B0704020202020204" pitchFamily="34" charset="0"/>
                          <a:cs typeface="Arial Bold" panose="020B0704020202020204" pitchFamily="34" charset="0"/>
                        </a:rPr>
                        <a:t>Description</a:t>
                      </a:r>
                    </a:p>
                  </a:txBody>
                  <a:tcPr>
                    <a:solidFill>
                      <a:srgbClr val="E95551"/>
                    </a:solidFill>
                  </a:tcPr>
                </a:tc>
                <a:extLst>
                  <a:ext uri="{0D108BD9-81ED-4DB2-BD59-A6C34878D82A}">
                    <a16:rowId xmlns:a16="http://schemas.microsoft.com/office/drawing/2014/main" val="1396237501"/>
                  </a:ext>
                </a:extLst>
              </a:tr>
              <a:tr h="370840">
                <a:tc>
                  <a:txBody>
                    <a:bodyPr/>
                    <a:lstStyle/>
                    <a:p>
                      <a:pPr lvl="0" algn="just">
                        <a:lnSpc>
                          <a:spcPct val="150000"/>
                        </a:lnSpc>
                        <a:buNone/>
                      </a:pPr>
                      <a:r>
                        <a:rPr lang="en-US" sz="1600" b="0" i="0" u="none" strike="noStrike" noProof="0">
                          <a:solidFill>
                            <a:srgbClr val="000000"/>
                          </a:solidFill>
                          <a:latin typeface="Arial" panose="020B0604020202020204" pitchFamily="34" charset="0"/>
                          <a:cs typeface="Arial" panose="020B0604020202020204" pitchFamily="34" charset="0"/>
                        </a:rPr>
                        <a:t>Feedback</a:t>
                      </a:r>
                      <a:endParaRPr lang="en-US" sz="1600">
                        <a:latin typeface="Arial" panose="020B0604020202020204" pitchFamily="34" charset="0"/>
                        <a:cs typeface="Arial" panose="020B0604020202020204" pitchFamily="34" charset="0"/>
                      </a:endParaRPr>
                    </a:p>
                  </a:txBody>
                  <a:tcPr>
                    <a:solidFill>
                      <a:srgbClr val="FFCCCC"/>
                    </a:solidFill>
                  </a:tcPr>
                </a:tc>
                <a:tc>
                  <a:txBody>
                    <a:bodyPr/>
                    <a:lstStyle/>
                    <a:p>
                      <a:pPr lvl="0" algn="just">
                        <a:lnSpc>
                          <a:spcPct val="150000"/>
                        </a:lnSpc>
                        <a:spcBef>
                          <a:spcPts val="0"/>
                        </a:spcBef>
                        <a:spcAft>
                          <a:spcPts val="0"/>
                        </a:spcAft>
                        <a:buNone/>
                      </a:pPr>
                      <a:r>
                        <a:rPr lang="en-US" sz="1600" b="0" i="0" u="none" strike="noStrike" noProof="0">
                          <a:solidFill>
                            <a:srgbClr val="000000"/>
                          </a:solidFill>
                          <a:latin typeface="Arial"/>
                          <a:cs typeface="Arial"/>
                        </a:rPr>
                        <a:t> Providing users with immediate and clear responses to their actions</a:t>
                      </a:r>
                    </a:p>
                  </a:txBody>
                  <a:tcPr>
                    <a:solidFill>
                      <a:srgbClr val="FFCCCC"/>
                    </a:solidFill>
                  </a:tcPr>
                </a:tc>
                <a:extLst>
                  <a:ext uri="{0D108BD9-81ED-4DB2-BD59-A6C34878D82A}">
                    <a16:rowId xmlns:a16="http://schemas.microsoft.com/office/drawing/2014/main" val="1697466646"/>
                  </a:ext>
                </a:extLst>
              </a:tr>
              <a:tr h="370839">
                <a:tc>
                  <a:txBody>
                    <a:bodyPr/>
                    <a:lstStyle/>
                    <a:p>
                      <a:pPr lvl="0" algn="just">
                        <a:lnSpc>
                          <a:spcPct val="150000"/>
                        </a:lnSpc>
                        <a:buNone/>
                      </a:pPr>
                      <a:r>
                        <a:rPr lang="en-US" sz="1600" b="1" i="0" u="none" strike="noStrike" noProof="0">
                          <a:solidFill>
                            <a:srgbClr val="000000"/>
                          </a:solidFill>
                          <a:latin typeface="Arial" panose="020B0604020202020204" pitchFamily="34" charset="0"/>
                          <a:cs typeface="Arial" panose="020B0604020202020204" pitchFamily="34" charset="0"/>
                        </a:rPr>
                        <a:t>Affordances</a:t>
                      </a:r>
                      <a:endParaRPr lang="en-US" sz="1600" b="1">
                        <a:latin typeface="Arial" panose="020B0604020202020204" pitchFamily="34" charset="0"/>
                        <a:cs typeface="Arial" panose="020B0604020202020204" pitchFamily="34" charset="0"/>
                      </a:endParaRPr>
                    </a:p>
                  </a:txBody>
                  <a:tcPr>
                    <a:solidFill>
                      <a:srgbClr val="FFCCCC"/>
                    </a:solidFill>
                  </a:tcPr>
                </a:tc>
                <a:tc>
                  <a:txBody>
                    <a:bodyPr/>
                    <a:lstStyle/>
                    <a:p>
                      <a:pPr lvl="0" algn="just">
                        <a:lnSpc>
                          <a:spcPct val="150000"/>
                        </a:lnSpc>
                        <a:spcBef>
                          <a:spcPts val="0"/>
                        </a:spcBef>
                        <a:spcAft>
                          <a:spcPts val="0"/>
                        </a:spcAft>
                        <a:buNone/>
                      </a:pPr>
                      <a:r>
                        <a:rPr lang="en-US" sz="1600" b="0" i="0" u="none" strike="noStrike" noProof="0">
                          <a:solidFill>
                            <a:srgbClr val="000000"/>
                          </a:solidFill>
                          <a:latin typeface="Arial" panose="020B0604020202020204" pitchFamily="34" charset="0"/>
                          <a:cs typeface="Arial" panose="020B0604020202020204" pitchFamily="34" charset="0"/>
                        </a:rPr>
                        <a:t>Design elements that indicate how they can be used.</a:t>
                      </a:r>
                    </a:p>
                  </a:txBody>
                  <a:tcPr>
                    <a:solidFill>
                      <a:srgbClr val="FFCCCC"/>
                    </a:solidFill>
                  </a:tcPr>
                </a:tc>
                <a:extLst>
                  <a:ext uri="{0D108BD9-81ED-4DB2-BD59-A6C34878D82A}">
                    <a16:rowId xmlns:a16="http://schemas.microsoft.com/office/drawing/2014/main" val="2435454296"/>
                  </a:ext>
                </a:extLst>
              </a:tr>
              <a:tr h="370838">
                <a:tc>
                  <a:txBody>
                    <a:bodyPr/>
                    <a:lstStyle/>
                    <a:p>
                      <a:pPr lvl="0" algn="just">
                        <a:lnSpc>
                          <a:spcPct val="150000"/>
                        </a:lnSpc>
                        <a:buNone/>
                      </a:pPr>
                      <a:r>
                        <a:rPr lang="en-US" sz="1600" b="1" i="0" u="none" strike="noStrike" noProof="0">
                          <a:solidFill>
                            <a:srgbClr val="000000"/>
                          </a:solidFill>
                          <a:latin typeface="Arial" panose="020B0604020202020204" pitchFamily="34" charset="0"/>
                          <a:cs typeface="Arial" panose="020B0604020202020204" pitchFamily="34" charset="0"/>
                        </a:rPr>
                        <a:t>Consistency</a:t>
                      </a:r>
                      <a:endParaRPr lang="en-US" sz="1600" b="1">
                        <a:latin typeface="Arial" panose="020B0604020202020204" pitchFamily="34" charset="0"/>
                        <a:cs typeface="Arial" panose="020B0604020202020204" pitchFamily="34" charset="0"/>
                      </a:endParaRPr>
                    </a:p>
                  </a:txBody>
                  <a:tcPr>
                    <a:solidFill>
                      <a:srgbClr val="FFCCCC"/>
                    </a:solidFill>
                  </a:tcPr>
                </a:tc>
                <a:tc>
                  <a:txBody>
                    <a:bodyPr/>
                    <a:lstStyle/>
                    <a:p>
                      <a:pPr lvl="0" algn="just">
                        <a:lnSpc>
                          <a:spcPct val="150000"/>
                        </a:lnSpc>
                        <a:spcBef>
                          <a:spcPts val="0"/>
                        </a:spcBef>
                        <a:spcAft>
                          <a:spcPts val="0"/>
                        </a:spcAft>
                        <a:buNone/>
                      </a:pPr>
                      <a:r>
                        <a:rPr lang="en-US" sz="1600" b="0" i="0" u="none" strike="noStrike" noProof="0">
                          <a:solidFill>
                            <a:srgbClr val="000000"/>
                          </a:solidFill>
                          <a:latin typeface="Arial" panose="020B0604020202020204" pitchFamily="34" charset="0"/>
                          <a:cs typeface="Arial" panose="020B0604020202020204" pitchFamily="34" charset="0"/>
                        </a:rPr>
                        <a:t>Ensuring that design elements behave the same way across the interface.</a:t>
                      </a:r>
                      <a:endParaRPr lang="en-US" sz="1600">
                        <a:latin typeface="Arial" panose="020B0604020202020204" pitchFamily="34" charset="0"/>
                        <a:cs typeface="Arial" panose="020B0604020202020204" pitchFamily="34" charset="0"/>
                      </a:endParaRPr>
                    </a:p>
                  </a:txBody>
                  <a:tcPr>
                    <a:solidFill>
                      <a:srgbClr val="FFCCCC"/>
                    </a:solidFill>
                  </a:tcPr>
                </a:tc>
                <a:extLst>
                  <a:ext uri="{0D108BD9-81ED-4DB2-BD59-A6C34878D82A}">
                    <a16:rowId xmlns:a16="http://schemas.microsoft.com/office/drawing/2014/main" val="1416816014"/>
                  </a:ext>
                </a:extLst>
              </a:tr>
              <a:tr h="370838">
                <a:tc>
                  <a:txBody>
                    <a:bodyPr/>
                    <a:lstStyle/>
                    <a:p>
                      <a:pPr lvl="0" algn="just">
                        <a:lnSpc>
                          <a:spcPct val="150000"/>
                        </a:lnSpc>
                        <a:buNone/>
                      </a:pPr>
                      <a:r>
                        <a:rPr lang="en-US" sz="1600" b="0" i="0" u="none" strike="noStrike" noProof="0">
                          <a:solidFill>
                            <a:srgbClr val="000000"/>
                          </a:solidFill>
                          <a:latin typeface="Arial" panose="020B0604020202020204" pitchFamily="34" charset="0"/>
                          <a:cs typeface="Arial" panose="020B0604020202020204" pitchFamily="34" charset="0"/>
                        </a:rPr>
                        <a:t>Error Prevention and Recovery</a:t>
                      </a:r>
                      <a:endParaRPr lang="en-US" sz="1600">
                        <a:latin typeface="Arial" panose="020B0604020202020204" pitchFamily="34" charset="0"/>
                        <a:cs typeface="Arial" panose="020B0604020202020204" pitchFamily="34" charset="0"/>
                      </a:endParaRPr>
                    </a:p>
                  </a:txBody>
                  <a:tcPr>
                    <a:solidFill>
                      <a:srgbClr val="FFCCCC"/>
                    </a:solidFill>
                  </a:tcPr>
                </a:tc>
                <a:tc>
                  <a:txBody>
                    <a:bodyPr/>
                    <a:lstStyle/>
                    <a:p>
                      <a:pPr lvl="0" algn="just">
                        <a:lnSpc>
                          <a:spcPct val="150000"/>
                        </a:lnSpc>
                        <a:spcBef>
                          <a:spcPts val="0"/>
                        </a:spcBef>
                        <a:spcAft>
                          <a:spcPts val="0"/>
                        </a:spcAft>
                        <a:buNone/>
                      </a:pPr>
                      <a:r>
                        <a:rPr lang="en-US" sz="1600" b="0" i="0" u="none" strike="noStrike" noProof="0">
                          <a:solidFill>
                            <a:srgbClr val="000000"/>
                          </a:solidFill>
                          <a:latin typeface="Arial" panose="020B0604020202020204" pitchFamily="34" charset="0"/>
                          <a:cs typeface="Arial" panose="020B0604020202020204" pitchFamily="34" charset="0"/>
                        </a:rPr>
                        <a:t>Designing systems to prevent errors and allowing easy recovery from them.</a:t>
                      </a:r>
                    </a:p>
                  </a:txBody>
                  <a:tcPr>
                    <a:solidFill>
                      <a:srgbClr val="FFCCCC"/>
                    </a:solidFill>
                  </a:tcPr>
                </a:tc>
                <a:extLst>
                  <a:ext uri="{0D108BD9-81ED-4DB2-BD59-A6C34878D82A}">
                    <a16:rowId xmlns:a16="http://schemas.microsoft.com/office/drawing/2014/main" val="3820093188"/>
                  </a:ext>
                </a:extLst>
              </a:tr>
              <a:tr h="370838">
                <a:tc>
                  <a:txBody>
                    <a:bodyPr/>
                    <a:lstStyle/>
                    <a:p>
                      <a:pPr lvl="0" algn="just">
                        <a:lnSpc>
                          <a:spcPct val="150000"/>
                        </a:lnSpc>
                        <a:buNone/>
                      </a:pPr>
                      <a:r>
                        <a:rPr lang="en-US" sz="1600" b="0" i="0" u="none" strike="noStrike" noProof="0">
                          <a:solidFill>
                            <a:srgbClr val="000000"/>
                          </a:solidFill>
                          <a:latin typeface="Arial"/>
                          <a:cs typeface="Arial"/>
                        </a:rPr>
                        <a:t>Scalability and Responsiveness</a:t>
                      </a:r>
                    </a:p>
                  </a:txBody>
                  <a:tcPr>
                    <a:solidFill>
                      <a:srgbClr val="FFCCCC"/>
                    </a:solidFill>
                  </a:tcPr>
                </a:tc>
                <a:tc>
                  <a:txBody>
                    <a:bodyPr/>
                    <a:lstStyle/>
                    <a:p>
                      <a:pPr lvl="0" algn="just">
                        <a:lnSpc>
                          <a:spcPct val="150000"/>
                        </a:lnSpc>
                        <a:spcBef>
                          <a:spcPts val="0"/>
                        </a:spcBef>
                        <a:spcAft>
                          <a:spcPts val="0"/>
                        </a:spcAft>
                        <a:buNone/>
                      </a:pPr>
                      <a:r>
                        <a:rPr lang="en-US" sz="1600" b="0" i="0" u="none" strike="noStrike" noProof="0">
                          <a:solidFill>
                            <a:srgbClr val="000000"/>
                          </a:solidFill>
                          <a:latin typeface="Arial" panose="020B0604020202020204" pitchFamily="34" charset="0"/>
                          <a:cs typeface="Arial" panose="020B0604020202020204" pitchFamily="34" charset="0"/>
                        </a:rPr>
                        <a:t>Ensuring the interface performs well across various devices and screen sizes.</a:t>
                      </a:r>
                      <a:endParaRPr lang="en-US" sz="1600">
                        <a:latin typeface="Arial" panose="020B0604020202020204" pitchFamily="34" charset="0"/>
                        <a:cs typeface="Arial" panose="020B0604020202020204" pitchFamily="34" charset="0"/>
                      </a:endParaRPr>
                    </a:p>
                  </a:txBody>
                  <a:tcPr>
                    <a:solidFill>
                      <a:srgbClr val="FFCCCC"/>
                    </a:solidFill>
                  </a:tcPr>
                </a:tc>
                <a:extLst>
                  <a:ext uri="{0D108BD9-81ED-4DB2-BD59-A6C34878D82A}">
                    <a16:rowId xmlns:a16="http://schemas.microsoft.com/office/drawing/2014/main" val="1271521523"/>
                  </a:ext>
                </a:extLst>
              </a:tr>
              <a:tr h="370838">
                <a:tc>
                  <a:txBody>
                    <a:bodyPr/>
                    <a:lstStyle/>
                    <a:p>
                      <a:pPr lvl="0" algn="just">
                        <a:lnSpc>
                          <a:spcPct val="150000"/>
                        </a:lnSpc>
                        <a:buNone/>
                      </a:pPr>
                      <a:r>
                        <a:rPr lang="en-US" sz="1600" b="0" i="0" u="none" strike="noStrike" noProof="0">
                          <a:solidFill>
                            <a:srgbClr val="000000"/>
                          </a:solidFill>
                          <a:latin typeface="Arial"/>
                          <a:cs typeface="Arial"/>
                        </a:rPr>
                        <a:t>Accessibility</a:t>
                      </a:r>
                      <a:endParaRPr lang="en-US" sz="1600">
                        <a:latin typeface="Arial"/>
                        <a:cs typeface="Arial"/>
                      </a:endParaRPr>
                    </a:p>
                  </a:txBody>
                  <a:tcPr>
                    <a:solidFill>
                      <a:srgbClr val="FFCCCC"/>
                    </a:solidFill>
                  </a:tcPr>
                </a:tc>
                <a:tc>
                  <a:txBody>
                    <a:bodyPr/>
                    <a:lstStyle/>
                    <a:p>
                      <a:pPr lvl="0" algn="just">
                        <a:lnSpc>
                          <a:spcPct val="150000"/>
                        </a:lnSpc>
                        <a:spcBef>
                          <a:spcPts val="0"/>
                        </a:spcBef>
                        <a:spcAft>
                          <a:spcPts val="0"/>
                        </a:spcAft>
                        <a:buNone/>
                      </a:pPr>
                      <a:r>
                        <a:rPr lang="en-US" sz="1600" b="0" i="0" u="none" strike="noStrike" noProof="0">
                          <a:solidFill>
                            <a:srgbClr val="000000"/>
                          </a:solidFill>
                          <a:latin typeface="Arial" panose="020B0604020202020204" pitchFamily="34" charset="0"/>
                          <a:cs typeface="Arial" panose="020B0604020202020204" pitchFamily="34" charset="0"/>
                        </a:rPr>
                        <a:t>Designing interfaces that are usable by people with a wide range of abilities and disabilities.</a:t>
                      </a:r>
                      <a:endParaRPr lang="en-US" sz="1600">
                        <a:latin typeface="Arial" panose="020B0604020202020204" pitchFamily="34" charset="0"/>
                        <a:cs typeface="Arial" panose="020B0604020202020204" pitchFamily="34" charset="0"/>
                      </a:endParaRPr>
                    </a:p>
                  </a:txBody>
                  <a:tcPr>
                    <a:solidFill>
                      <a:srgbClr val="FFCCCC"/>
                    </a:solidFill>
                  </a:tcPr>
                </a:tc>
                <a:extLst>
                  <a:ext uri="{0D108BD9-81ED-4DB2-BD59-A6C34878D82A}">
                    <a16:rowId xmlns:a16="http://schemas.microsoft.com/office/drawing/2014/main" val="3719733665"/>
                  </a:ext>
                </a:extLst>
              </a:tr>
              <a:tr h="370838">
                <a:tc>
                  <a:txBody>
                    <a:bodyPr/>
                    <a:lstStyle/>
                    <a:p>
                      <a:pPr lvl="0" algn="just">
                        <a:lnSpc>
                          <a:spcPct val="150000"/>
                        </a:lnSpc>
                        <a:buNone/>
                      </a:pPr>
                      <a:r>
                        <a:rPr lang="en-US" sz="1600" b="0" i="0" u="none" strike="noStrike" noProof="0">
                          <a:solidFill>
                            <a:srgbClr val="000000"/>
                          </a:solidFill>
                          <a:latin typeface="Arial" panose="020B0604020202020204" pitchFamily="34" charset="0"/>
                          <a:cs typeface="Arial" panose="020B0604020202020204" pitchFamily="34" charset="0"/>
                        </a:rPr>
                        <a:t>Load Time Optimization</a:t>
                      </a:r>
                      <a:endParaRPr lang="en-US" sz="1600">
                        <a:latin typeface="Arial" panose="020B0604020202020204" pitchFamily="34" charset="0"/>
                        <a:cs typeface="Arial" panose="020B0604020202020204" pitchFamily="34" charset="0"/>
                      </a:endParaRPr>
                    </a:p>
                  </a:txBody>
                  <a:tcPr>
                    <a:solidFill>
                      <a:srgbClr val="FFCCCC"/>
                    </a:solidFill>
                  </a:tcPr>
                </a:tc>
                <a:tc>
                  <a:txBody>
                    <a:bodyPr/>
                    <a:lstStyle/>
                    <a:p>
                      <a:pPr marL="0" marR="0" lvl="0" indent="0" algn="just">
                        <a:lnSpc>
                          <a:spcPct val="150000"/>
                        </a:lnSpc>
                        <a:spcBef>
                          <a:spcPts val="0"/>
                        </a:spcBef>
                        <a:spcAft>
                          <a:spcPts val="0"/>
                        </a:spcAft>
                        <a:buNone/>
                      </a:pPr>
                      <a:r>
                        <a:rPr lang="en-US" sz="1600" b="0" i="0" u="none" strike="noStrike" noProof="0">
                          <a:solidFill>
                            <a:srgbClr val="000000"/>
                          </a:solidFill>
                          <a:latin typeface="Arial" panose="020B0604020202020204" pitchFamily="34" charset="0"/>
                          <a:cs typeface="Arial" panose="020B0604020202020204" pitchFamily="34" charset="0"/>
                        </a:rPr>
                        <a:t>Reducing the time it takes for an interface to load.</a:t>
                      </a:r>
                      <a:endParaRPr lang="en-US" sz="1600">
                        <a:latin typeface="Arial" panose="020B0604020202020204" pitchFamily="34" charset="0"/>
                        <a:cs typeface="Arial" panose="020B0604020202020204" pitchFamily="34" charset="0"/>
                      </a:endParaRPr>
                    </a:p>
                  </a:txBody>
                  <a:tcPr>
                    <a:solidFill>
                      <a:srgbClr val="FFCCCC"/>
                    </a:solidFill>
                  </a:tcPr>
                </a:tc>
                <a:extLst>
                  <a:ext uri="{0D108BD9-81ED-4DB2-BD59-A6C34878D82A}">
                    <a16:rowId xmlns:a16="http://schemas.microsoft.com/office/drawing/2014/main" val="3146159952"/>
                  </a:ext>
                </a:extLst>
              </a:tr>
              <a:tr h="570787">
                <a:tc>
                  <a:txBody>
                    <a:bodyPr/>
                    <a:lstStyle/>
                    <a:p>
                      <a:pPr lvl="0" algn="just">
                        <a:lnSpc>
                          <a:spcPct val="150000"/>
                        </a:lnSpc>
                        <a:buNone/>
                      </a:pPr>
                      <a:r>
                        <a:rPr lang="en-US" sz="1600" b="1">
                          <a:latin typeface="Arial" panose="020B0604020202020204" pitchFamily="34" charset="0"/>
                          <a:cs typeface="Arial" panose="020B0604020202020204" pitchFamily="34" charset="0"/>
                        </a:rPr>
                        <a:t>Mapping</a:t>
                      </a:r>
                    </a:p>
                  </a:txBody>
                  <a:tcPr>
                    <a:solidFill>
                      <a:srgbClr val="FFCCCC"/>
                    </a:solidFill>
                  </a:tcPr>
                </a:tc>
                <a:tc>
                  <a:txBody>
                    <a:bodyPr/>
                    <a:lstStyle/>
                    <a:p>
                      <a:pPr marL="0" marR="0" lvl="0" indent="0" algn="just">
                        <a:lnSpc>
                          <a:spcPct val="150000"/>
                        </a:lnSpc>
                        <a:spcBef>
                          <a:spcPts val="0"/>
                        </a:spcBef>
                        <a:spcAft>
                          <a:spcPts val="0"/>
                        </a:spcAft>
                        <a:buNone/>
                      </a:pPr>
                      <a:r>
                        <a:rPr lang="en-GB" sz="1600" b="0" i="0" kern="1200">
                          <a:solidFill>
                            <a:schemeClr val="dk1"/>
                          </a:solidFill>
                          <a:effectLst/>
                          <a:latin typeface="Arial"/>
                          <a:ea typeface="+mn-ea"/>
                          <a:cs typeface="Arial"/>
                        </a:rPr>
                        <a:t>a design in which the system’s controls represent or correspond to the desired outcome. When controls map to the actions that will result, systems are faster to learn and easier to remember.</a:t>
                      </a:r>
                      <a:endParaRPr lang="en-US" sz="1600">
                        <a:latin typeface="Arial"/>
                        <a:cs typeface="Arial"/>
                      </a:endParaRPr>
                    </a:p>
                  </a:txBody>
                  <a:tcPr>
                    <a:solidFill>
                      <a:srgbClr val="FFCCCC"/>
                    </a:solidFill>
                  </a:tcPr>
                </a:tc>
                <a:extLst>
                  <a:ext uri="{0D108BD9-81ED-4DB2-BD59-A6C34878D82A}">
                    <a16:rowId xmlns:a16="http://schemas.microsoft.com/office/drawing/2014/main" val="2512740360"/>
                  </a:ext>
                </a:extLst>
              </a:tr>
            </a:tbl>
          </a:graphicData>
        </a:graphic>
      </p:graphicFrame>
    </p:spTree>
    <p:extLst>
      <p:ext uri="{BB962C8B-B14F-4D97-AF65-F5344CB8AC3E}">
        <p14:creationId xmlns:p14="http://schemas.microsoft.com/office/powerpoint/2010/main" val="28148618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B9B9D-743C-9B21-8D96-4CA779157C4C}"/>
              </a:ext>
            </a:extLst>
          </p:cNvPr>
          <p:cNvSpPr>
            <a:spLocks noGrp="1"/>
          </p:cNvSpPr>
          <p:nvPr>
            <p:ph type="title"/>
          </p:nvPr>
        </p:nvSpPr>
        <p:spPr/>
        <p:txBody>
          <a:bodyPr>
            <a:normAutofit/>
          </a:bodyPr>
          <a:lstStyle/>
          <a:p>
            <a:r>
              <a:rPr lang="en-GB" sz="2900">
                <a:effectLst/>
                <a:ea typeface="Aptos" panose="020B0004020202020204" pitchFamily="34" charset="0"/>
              </a:rPr>
              <a:t>Recap: Norman’s design principles</a:t>
            </a:r>
            <a:endParaRPr lang="en-GB" sz="2900"/>
          </a:p>
        </p:txBody>
      </p:sp>
      <p:sp>
        <p:nvSpPr>
          <p:cNvPr id="7" name="Content Placeholder 2">
            <a:extLst>
              <a:ext uri="{FF2B5EF4-FFF2-40B4-BE49-F238E27FC236}">
                <a16:creationId xmlns:a16="http://schemas.microsoft.com/office/drawing/2014/main" id="{88DA0601-61C5-4409-0966-8793A1F19C69}"/>
              </a:ext>
            </a:extLst>
          </p:cNvPr>
          <p:cNvSpPr txBox="1">
            <a:spLocks/>
          </p:cNvSpPr>
          <p:nvPr/>
        </p:nvSpPr>
        <p:spPr>
          <a:xfrm>
            <a:off x="4365650" y="3150067"/>
            <a:ext cx="3211590" cy="2510627"/>
          </a:xfrm>
          <a:prstGeom prst="rect">
            <a:avLst/>
          </a:prstGeom>
          <a:solidFill>
            <a:srgbClr val="F8D7CD"/>
          </a:solidFill>
          <a:ln w="19050">
            <a:solidFill>
              <a:schemeClr val="bg1"/>
            </a:solidFill>
          </a:ln>
        </p:spPr>
        <p:txBody>
          <a:bodyPr spcFirstLastPara="1" vert="horz" wrap="square" lIns="91425" tIns="91425" rIns="91425" bIns="91425" rtlCol="0" anchor="ctr" anchorCtr="0">
            <a:noAutofit/>
          </a:bodyPr>
          <a:lstStyle>
            <a:lvl1pPr marL="609585" lvl="0" indent="-440256" algn="l" defTabSz="914400" rtl="0" eaLnBrk="1" latinLnBrk="0" hangingPunct="1">
              <a:lnSpc>
                <a:spcPct val="90000"/>
              </a:lnSpc>
              <a:spcBef>
                <a:spcPts val="0"/>
              </a:spcBef>
              <a:spcAft>
                <a:spcPts val="0"/>
              </a:spcAft>
              <a:buSzPts val="1600"/>
              <a:buFont typeface="Arial" panose="020B0604020202020204" pitchFamily="34" charset="0"/>
              <a:buChar char="●"/>
              <a:defRPr sz="2133" kern="1200">
                <a:solidFill>
                  <a:schemeClr val="tx1"/>
                </a:solidFill>
                <a:latin typeface="+mn-lt"/>
                <a:ea typeface="+mn-ea"/>
                <a:cs typeface="+mn-cs"/>
              </a:defRPr>
            </a:lvl1pPr>
            <a:lvl2pPr marL="1219170" lvl="1"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2pPr>
            <a:lvl3pPr marL="1828754" lvl="2"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3pPr>
            <a:lvl4pPr marL="2438339" lvl="3"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4pPr>
            <a:lvl5pPr marL="3047924" lvl="4"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5pPr>
            <a:lvl6pPr marL="3657509" lvl="5"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6pPr>
            <a:lvl7pPr marL="4267093" lvl="6"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7pPr>
            <a:lvl8pPr marL="4876678" lvl="7"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8pPr>
            <a:lvl9pPr marL="5486263" lvl="8"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9pPr>
          </a:lstStyle>
          <a:p>
            <a:pPr marL="608965" indent="-440055">
              <a:lnSpc>
                <a:spcPct val="100000"/>
              </a:lnSpc>
              <a:spcAft>
                <a:spcPts val="800"/>
              </a:spcAft>
            </a:pPr>
            <a:r>
              <a:rPr lang="en-GB" sz="1600" b="1" kern="100">
                <a:latin typeface="Arial"/>
                <a:ea typeface="Aptos" panose="020B0004020202020204" pitchFamily="34" charset="0"/>
                <a:cs typeface="Arial"/>
              </a:rPr>
              <a:t>User-Friendly</a:t>
            </a:r>
            <a:r>
              <a:rPr lang="en-GB" sz="1600" kern="100">
                <a:latin typeface="Arial"/>
                <a:ea typeface="Aptos" panose="020B0004020202020204" pitchFamily="34" charset="0"/>
                <a:cs typeface="Arial"/>
              </a:rPr>
              <a:t> Interface</a:t>
            </a:r>
            <a:endParaRPr lang="en-US">
              <a:latin typeface="Arial"/>
              <a:cs typeface="Arial"/>
            </a:endParaRPr>
          </a:p>
          <a:p>
            <a:pPr marL="168910" indent="0">
              <a:lnSpc>
                <a:spcPct val="100000"/>
              </a:lnSpc>
              <a:spcAft>
                <a:spcPts val="800"/>
              </a:spcAft>
              <a:buNone/>
            </a:pPr>
            <a:endParaRPr lang="en-GB" sz="1600" kern="100">
              <a:latin typeface="Arial"/>
              <a:ea typeface="Aptos" panose="020B0004020202020204" pitchFamily="34" charset="0"/>
              <a:cs typeface="Arial"/>
            </a:endParaRPr>
          </a:p>
          <a:p>
            <a:pPr marL="608965" indent="-440055">
              <a:lnSpc>
                <a:spcPct val="100000"/>
              </a:lnSpc>
              <a:spcAft>
                <a:spcPts val="800"/>
              </a:spcAft>
            </a:pPr>
            <a:r>
              <a:rPr lang="en-GB" sz="1600" b="1" kern="100">
                <a:latin typeface="Arial"/>
                <a:ea typeface="Aptos" panose="020B0004020202020204" pitchFamily="34" charset="0"/>
                <a:cs typeface="Arial"/>
              </a:rPr>
              <a:t>Usability</a:t>
            </a:r>
            <a:r>
              <a:rPr lang="en-GB" sz="1600" kern="100">
                <a:latin typeface="Arial"/>
                <a:ea typeface="Aptos" panose="020B0004020202020204" pitchFamily="34" charset="0"/>
                <a:cs typeface="Arial"/>
              </a:rPr>
              <a:t> in Web Design</a:t>
            </a:r>
          </a:p>
          <a:p>
            <a:pPr marL="168910" indent="0">
              <a:lnSpc>
                <a:spcPct val="100000"/>
              </a:lnSpc>
              <a:spcAft>
                <a:spcPts val="800"/>
              </a:spcAft>
              <a:buNone/>
            </a:pPr>
            <a:endParaRPr lang="en-GB" sz="1600" kern="100">
              <a:latin typeface="Arial"/>
              <a:ea typeface="Aptos" panose="020B0004020202020204" pitchFamily="34" charset="0"/>
              <a:cs typeface="Arial"/>
            </a:endParaRPr>
          </a:p>
          <a:p>
            <a:pPr marL="608965" indent="-440055">
              <a:lnSpc>
                <a:spcPct val="100000"/>
              </a:lnSpc>
              <a:spcAft>
                <a:spcPts val="800"/>
              </a:spcAft>
            </a:pPr>
            <a:r>
              <a:rPr lang="en-GB" sz="1600" b="1" kern="100">
                <a:latin typeface="Arial"/>
                <a:ea typeface="Aptos" panose="020B0004020202020204" pitchFamily="34" charset="0"/>
                <a:cs typeface="Arial"/>
              </a:rPr>
              <a:t>Simplicity</a:t>
            </a:r>
            <a:r>
              <a:rPr lang="en-GB" sz="1600" kern="100">
                <a:latin typeface="Arial"/>
                <a:ea typeface="Aptos" panose="020B0004020202020204" pitchFamily="34" charset="0"/>
                <a:cs typeface="Arial"/>
              </a:rPr>
              <a:t> in Web Design</a:t>
            </a:r>
          </a:p>
        </p:txBody>
      </p:sp>
      <p:sp>
        <p:nvSpPr>
          <p:cNvPr id="8" name="Callout: Right Arrow 7">
            <a:extLst>
              <a:ext uri="{FF2B5EF4-FFF2-40B4-BE49-F238E27FC236}">
                <a16:creationId xmlns:a16="http://schemas.microsoft.com/office/drawing/2014/main" id="{9002DD74-12A2-9048-8149-F99D347B909C}"/>
              </a:ext>
            </a:extLst>
          </p:cNvPr>
          <p:cNvSpPr/>
          <p:nvPr/>
        </p:nvSpPr>
        <p:spPr>
          <a:xfrm>
            <a:off x="372166" y="2771249"/>
            <a:ext cx="3978048" cy="3244818"/>
          </a:xfrm>
          <a:prstGeom prst="rightArrowCallout">
            <a:avLst>
              <a:gd name="adj1" fmla="val 17829"/>
              <a:gd name="adj2" fmla="val 14961"/>
              <a:gd name="adj3" fmla="val 14887"/>
              <a:gd name="adj4" fmla="val 71267"/>
            </a:avLst>
          </a:prstGeom>
          <a:solidFill>
            <a:srgbClr val="E01F1C"/>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ctr"/>
          <a:lstStyle/>
          <a:p>
            <a:r>
              <a:rPr lang="en-GB" sz="1600" b="1">
                <a:latin typeface="Arial" panose="020B0604020202020204" pitchFamily="34" charset="0"/>
                <a:cs typeface="Arial" panose="020B0604020202020204" pitchFamily="34" charset="0"/>
              </a:rPr>
              <a:t>Norman’s design principles</a:t>
            </a:r>
          </a:p>
          <a:p>
            <a:pPr marL="285750" indent="-285750">
              <a:buFont typeface="Arial" panose="020B0604020202020204" pitchFamily="34" charset="0"/>
              <a:buChar char="•"/>
            </a:pPr>
            <a:r>
              <a:rPr lang="en-GB" sz="1600">
                <a:latin typeface="Arial" panose="020B0604020202020204" pitchFamily="34" charset="0"/>
                <a:cs typeface="Arial" panose="020B0604020202020204" pitchFamily="34" charset="0"/>
              </a:rPr>
              <a:t>Feedback</a:t>
            </a:r>
          </a:p>
          <a:p>
            <a:pPr marL="285750" indent="-285750">
              <a:buFont typeface="Arial" panose="020B0604020202020204" pitchFamily="34" charset="0"/>
              <a:buChar char="•"/>
            </a:pPr>
            <a:r>
              <a:rPr lang="en-GB" sz="1600">
                <a:latin typeface="Arial" panose="020B0604020202020204" pitchFamily="34" charset="0"/>
                <a:cs typeface="Arial" panose="020B0604020202020204" pitchFamily="34" charset="0"/>
              </a:rPr>
              <a:t>Affordances</a:t>
            </a:r>
          </a:p>
          <a:p>
            <a:pPr marL="285750" indent="-285750">
              <a:buFont typeface="Arial" panose="020B0604020202020204" pitchFamily="34" charset="0"/>
              <a:buChar char="•"/>
            </a:pPr>
            <a:r>
              <a:rPr lang="en-GB" sz="1600">
                <a:latin typeface="Arial" panose="020B0604020202020204" pitchFamily="34" charset="0"/>
                <a:cs typeface="Arial" panose="020B0604020202020204" pitchFamily="34" charset="0"/>
              </a:rPr>
              <a:t>Consistency</a:t>
            </a:r>
          </a:p>
          <a:p>
            <a:pPr marL="285750" indent="-285750">
              <a:buFont typeface="Arial" panose="020B0604020202020204" pitchFamily="34" charset="0"/>
              <a:buChar char="•"/>
            </a:pPr>
            <a:r>
              <a:rPr lang="en-GB" sz="1600">
                <a:latin typeface="Arial" panose="020B0604020202020204" pitchFamily="34" charset="0"/>
                <a:cs typeface="Arial" panose="020B0604020202020204" pitchFamily="34" charset="0"/>
              </a:rPr>
              <a:t>Error Prevention and Recovery</a:t>
            </a:r>
          </a:p>
          <a:p>
            <a:pPr marL="285750" indent="-285750">
              <a:buFont typeface="Arial" panose="020B0604020202020204" pitchFamily="34" charset="0"/>
              <a:buChar char="•"/>
            </a:pPr>
            <a:r>
              <a:rPr lang="en-GB" sz="1600">
                <a:latin typeface="Arial" panose="020B0604020202020204" pitchFamily="34" charset="0"/>
                <a:cs typeface="Arial" panose="020B0604020202020204" pitchFamily="34" charset="0"/>
              </a:rPr>
              <a:t>Scalability and Responsiveness</a:t>
            </a:r>
          </a:p>
          <a:p>
            <a:pPr marL="285750" indent="-285750">
              <a:buFont typeface="Arial" panose="020B0604020202020204" pitchFamily="34" charset="0"/>
              <a:buChar char="•"/>
            </a:pPr>
            <a:r>
              <a:rPr lang="en-GB" sz="1600">
                <a:latin typeface="Arial" panose="020B0604020202020204" pitchFamily="34" charset="0"/>
                <a:cs typeface="Arial" panose="020B0604020202020204" pitchFamily="34" charset="0"/>
              </a:rPr>
              <a:t>Accessibility</a:t>
            </a:r>
          </a:p>
          <a:p>
            <a:pPr marL="285750" indent="-285750">
              <a:buFont typeface="Arial" panose="020B0604020202020204" pitchFamily="34" charset="0"/>
              <a:buChar char="•"/>
            </a:pPr>
            <a:r>
              <a:rPr lang="en-GB" sz="1600">
                <a:latin typeface="Arial" panose="020B0604020202020204" pitchFamily="34" charset="0"/>
                <a:cs typeface="Arial" panose="020B0604020202020204" pitchFamily="34" charset="0"/>
              </a:rPr>
              <a:t>Load Time Optimization</a:t>
            </a:r>
          </a:p>
        </p:txBody>
      </p:sp>
      <p:sp>
        <p:nvSpPr>
          <p:cNvPr id="9" name="TextBox 8">
            <a:extLst>
              <a:ext uri="{FF2B5EF4-FFF2-40B4-BE49-F238E27FC236}">
                <a16:creationId xmlns:a16="http://schemas.microsoft.com/office/drawing/2014/main" id="{DAD48EE7-6AA6-80D2-2722-6DB441FA7ED7}"/>
              </a:ext>
            </a:extLst>
          </p:cNvPr>
          <p:cNvSpPr txBox="1"/>
          <p:nvPr/>
        </p:nvSpPr>
        <p:spPr>
          <a:xfrm>
            <a:off x="3128537" y="4217725"/>
            <a:ext cx="1092481" cy="338554"/>
          </a:xfrm>
          <a:prstGeom prst="rect">
            <a:avLst/>
          </a:prstGeom>
          <a:noFill/>
        </p:spPr>
        <p:txBody>
          <a:bodyPr wrap="square" rtlCol="0">
            <a:spAutoFit/>
          </a:bodyPr>
          <a:lstStyle/>
          <a:p>
            <a:r>
              <a:rPr lang="en-GB" sz="1600">
                <a:solidFill>
                  <a:schemeClr val="bg1"/>
                </a:solidFill>
                <a:latin typeface="Arial" panose="020B0604020202020204" pitchFamily="34" charset="0"/>
                <a:cs typeface="Arial" panose="020B0604020202020204" pitchFamily="34" charset="0"/>
              </a:rPr>
              <a:t>Aiming at</a:t>
            </a:r>
          </a:p>
        </p:txBody>
      </p:sp>
      <p:cxnSp>
        <p:nvCxnSpPr>
          <p:cNvPr id="13" name="Straight Arrow Connector 12">
            <a:extLst>
              <a:ext uri="{FF2B5EF4-FFF2-40B4-BE49-F238E27FC236}">
                <a16:creationId xmlns:a16="http://schemas.microsoft.com/office/drawing/2014/main" id="{10AB8186-32F7-76B3-3C18-295CBF2B8B4F}"/>
              </a:ext>
            </a:extLst>
          </p:cNvPr>
          <p:cNvCxnSpPr>
            <a:cxnSpLocks/>
            <a:endCxn id="14" idx="1"/>
          </p:cNvCxnSpPr>
          <p:nvPr/>
        </p:nvCxnSpPr>
        <p:spPr>
          <a:xfrm flipV="1">
            <a:off x="7333476" y="3180119"/>
            <a:ext cx="1338288" cy="432208"/>
          </a:xfrm>
          <a:prstGeom prst="straightConnector1">
            <a:avLst/>
          </a:prstGeom>
          <a:ln w="76200">
            <a:solidFill>
              <a:srgbClr val="E01F1C"/>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4481DB1F-4FA4-5AD6-E6E1-750A7D002D0D}"/>
              </a:ext>
            </a:extLst>
          </p:cNvPr>
          <p:cNvSpPr/>
          <p:nvPr/>
        </p:nvSpPr>
        <p:spPr>
          <a:xfrm>
            <a:off x="8671764" y="2642759"/>
            <a:ext cx="3232619" cy="1074719"/>
          </a:xfrm>
          <a:prstGeom prst="rect">
            <a:avLst/>
          </a:prstGeom>
          <a:solidFill>
            <a:srgbClr val="F8D7CD"/>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742950" lvl="1" indent="-285750">
              <a:spcAft>
                <a:spcPts val="800"/>
              </a:spcAft>
              <a:buFont typeface="Arial"/>
              <a:buChar char="•"/>
            </a:pPr>
            <a:r>
              <a:rPr lang="en-GB" sz="1600" kern="100">
                <a:solidFill>
                  <a:schemeClr val="tx1"/>
                </a:solidFill>
                <a:effectLst/>
                <a:latin typeface="Arial" panose="020B0604020202020204" pitchFamily="34" charset="0"/>
                <a:ea typeface="Aptos" panose="020B0004020202020204" pitchFamily="34" charset="0"/>
                <a:cs typeface="Arial" panose="020B0604020202020204" pitchFamily="34" charset="0"/>
              </a:rPr>
              <a:t>Intuitive design </a:t>
            </a:r>
            <a:endParaRPr lang="en-US"/>
          </a:p>
          <a:p>
            <a:pPr marL="742950" lvl="1" indent="-285750">
              <a:spcAft>
                <a:spcPts val="800"/>
              </a:spcAft>
              <a:buFont typeface="Arial"/>
              <a:buChar char="•"/>
            </a:pPr>
            <a:r>
              <a:rPr lang="en-GB" sz="1600" kern="100">
                <a:solidFill>
                  <a:schemeClr val="tx1"/>
                </a:solidFill>
                <a:effectLst/>
                <a:latin typeface="Arial" panose="020B0604020202020204" pitchFamily="34" charset="0"/>
                <a:ea typeface="Aptos" panose="020B0004020202020204" pitchFamily="34" charset="0"/>
                <a:cs typeface="Arial" panose="020B0604020202020204" pitchFamily="34" charset="0"/>
                <a:sym typeface="Wingdings" panose="05000000000000000000" pitchFamily="2" charset="2"/>
              </a:rPr>
              <a:t>Clear Instructions</a:t>
            </a:r>
            <a:endParaRPr lang="en-GB" sz="1600" kern="100">
              <a:solidFill>
                <a:schemeClr val="tx1"/>
              </a:solidFill>
              <a:latin typeface="Arial" panose="020B0604020202020204" pitchFamily="34" charset="0"/>
              <a:ea typeface="Aptos" panose="020B0004020202020204" pitchFamily="34" charset="0"/>
              <a:cs typeface="Arial" panose="020B0604020202020204" pitchFamily="34" charset="0"/>
            </a:endParaRPr>
          </a:p>
          <a:p>
            <a:pPr marL="742950" lvl="1" indent="-285750">
              <a:spcAft>
                <a:spcPts val="800"/>
              </a:spcAft>
              <a:buFont typeface="Arial"/>
              <a:buChar char="•"/>
            </a:pPr>
            <a:r>
              <a:rPr lang="en-GB" sz="1600" kern="100">
                <a:solidFill>
                  <a:schemeClr val="tx1"/>
                </a:solidFill>
                <a:effectLst/>
                <a:latin typeface="Arial" panose="020B0604020202020204" pitchFamily="34" charset="0"/>
                <a:ea typeface="Aptos" panose="020B0004020202020204" pitchFamily="34" charset="0"/>
                <a:cs typeface="Arial" panose="020B0604020202020204" pitchFamily="34" charset="0"/>
              </a:rPr>
              <a:t>minimalistic approach</a:t>
            </a:r>
          </a:p>
        </p:txBody>
      </p:sp>
      <p:cxnSp>
        <p:nvCxnSpPr>
          <p:cNvPr id="3" name="Straight Arrow Connector 2">
            <a:extLst>
              <a:ext uri="{FF2B5EF4-FFF2-40B4-BE49-F238E27FC236}">
                <a16:creationId xmlns:a16="http://schemas.microsoft.com/office/drawing/2014/main" id="{BC4E0484-413F-BEAD-A734-C0465DCD6B10}"/>
              </a:ext>
            </a:extLst>
          </p:cNvPr>
          <p:cNvCxnSpPr>
            <a:cxnSpLocks/>
          </p:cNvCxnSpPr>
          <p:nvPr/>
        </p:nvCxnSpPr>
        <p:spPr>
          <a:xfrm>
            <a:off x="7333476" y="4403734"/>
            <a:ext cx="1350009" cy="0"/>
          </a:xfrm>
          <a:prstGeom prst="straightConnector1">
            <a:avLst/>
          </a:prstGeom>
          <a:ln w="76200">
            <a:solidFill>
              <a:srgbClr val="E01F1C"/>
            </a:solidFill>
            <a:tailEnd type="triangl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DE1729AB-876D-327C-50C7-057A244A1A90}"/>
              </a:ext>
            </a:extLst>
          </p:cNvPr>
          <p:cNvSpPr/>
          <p:nvPr/>
        </p:nvSpPr>
        <p:spPr>
          <a:xfrm>
            <a:off x="8683486" y="3924989"/>
            <a:ext cx="3232619" cy="1074719"/>
          </a:xfrm>
          <a:prstGeom prst="rect">
            <a:avLst/>
          </a:prstGeom>
          <a:solidFill>
            <a:srgbClr val="F8D7CD"/>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indent="-285750">
              <a:spcAft>
                <a:spcPts val="800"/>
              </a:spcAft>
              <a:buFont typeface=""/>
              <a:buChar char="•"/>
            </a:pPr>
            <a:r>
              <a:rPr lang="en-US" sz="1600" kern="100">
                <a:solidFill>
                  <a:schemeClr val="tx1"/>
                </a:solidFill>
                <a:latin typeface="Arial" panose="020B0604020202020204" pitchFamily="34" charset="0"/>
                <a:cs typeface="Arial" panose="020B0604020202020204" pitchFamily="34" charset="0"/>
              </a:rPr>
              <a:t>Effectiveness</a:t>
            </a:r>
          </a:p>
          <a:p>
            <a:pPr lvl="1" indent="-285750">
              <a:spcAft>
                <a:spcPts val="800"/>
              </a:spcAft>
              <a:buFont typeface=""/>
              <a:buChar char="•"/>
            </a:pPr>
            <a:r>
              <a:rPr lang="en-US" sz="1600" kern="100">
                <a:solidFill>
                  <a:schemeClr val="tx1"/>
                </a:solidFill>
                <a:latin typeface="Arial" panose="020B0604020202020204" pitchFamily="34" charset="0"/>
                <a:cs typeface="Arial" panose="020B0604020202020204" pitchFamily="34" charset="0"/>
              </a:rPr>
              <a:t>Efficiency</a:t>
            </a:r>
          </a:p>
          <a:p>
            <a:pPr lvl="1" indent="-285750">
              <a:spcAft>
                <a:spcPts val="800"/>
              </a:spcAft>
              <a:buFont typeface=""/>
              <a:buChar char="•"/>
            </a:pPr>
            <a:r>
              <a:rPr lang="en-US" sz="1600" kern="100">
                <a:solidFill>
                  <a:schemeClr val="tx1"/>
                </a:solidFill>
                <a:latin typeface="Arial" panose="020B0604020202020204" pitchFamily="34" charset="0"/>
                <a:cs typeface="Arial" panose="020B0604020202020204" pitchFamily="34" charset="0"/>
              </a:rPr>
              <a:t>Satisfaction</a:t>
            </a:r>
          </a:p>
        </p:txBody>
      </p:sp>
      <p:cxnSp>
        <p:nvCxnSpPr>
          <p:cNvPr id="5" name="Straight Arrow Connector 4">
            <a:extLst>
              <a:ext uri="{FF2B5EF4-FFF2-40B4-BE49-F238E27FC236}">
                <a16:creationId xmlns:a16="http://schemas.microsoft.com/office/drawing/2014/main" id="{4DFABADE-444F-21B5-8353-C4743DA3638C}"/>
              </a:ext>
            </a:extLst>
          </p:cNvPr>
          <p:cNvCxnSpPr>
            <a:cxnSpLocks/>
            <a:endCxn id="15" idx="1"/>
          </p:cNvCxnSpPr>
          <p:nvPr/>
        </p:nvCxnSpPr>
        <p:spPr>
          <a:xfrm>
            <a:off x="7487216" y="5133309"/>
            <a:ext cx="1196269" cy="636633"/>
          </a:xfrm>
          <a:prstGeom prst="straightConnector1">
            <a:avLst/>
          </a:prstGeom>
          <a:ln w="76200">
            <a:solidFill>
              <a:srgbClr val="E01F1C"/>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166CC0ED-8C9F-BDBF-62D3-9687D796BDEA}"/>
              </a:ext>
            </a:extLst>
          </p:cNvPr>
          <p:cNvSpPr/>
          <p:nvPr/>
        </p:nvSpPr>
        <p:spPr>
          <a:xfrm>
            <a:off x="8683485" y="5226721"/>
            <a:ext cx="3220896" cy="1086442"/>
          </a:xfrm>
          <a:prstGeom prst="rect">
            <a:avLst/>
          </a:prstGeom>
          <a:solidFill>
            <a:srgbClr val="F8D7CD"/>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indent="-228600">
              <a:spcAft>
                <a:spcPts val="800"/>
              </a:spcAft>
              <a:buFont typeface=""/>
              <a:buChar char="•"/>
            </a:pPr>
            <a:r>
              <a:rPr lang="en-GB" sz="1600" kern="100">
                <a:solidFill>
                  <a:schemeClr val="tx1"/>
                </a:solidFill>
                <a:latin typeface="Arial" panose="020B0604020202020204" pitchFamily="34" charset="0"/>
                <a:cs typeface="Arial" panose="020B0604020202020204" pitchFamily="34" charset="0"/>
              </a:rPr>
              <a:t>Minimal design</a:t>
            </a:r>
            <a:endParaRPr lang="en-US" sz="1600" kern="100">
              <a:solidFill>
                <a:schemeClr val="tx1"/>
              </a:solidFill>
              <a:latin typeface="Arial" panose="020B0604020202020204" pitchFamily="34" charset="0"/>
              <a:cs typeface="Arial" panose="020B0604020202020204" pitchFamily="34" charset="0"/>
            </a:endParaRPr>
          </a:p>
          <a:p>
            <a:pPr lvl="1" indent="-228600">
              <a:spcAft>
                <a:spcPts val="800"/>
              </a:spcAft>
              <a:buFont typeface=""/>
              <a:buChar char="•"/>
            </a:pPr>
            <a:r>
              <a:rPr lang="en-GB" sz="1600" kern="100">
                <a:solidFill>
                  <a:schemeClr val="tx1"/>
                </a:solidFill>
                <a:latin typeface="Arial" panose="020B0604020202020204" pitchFamily="34" charset="0"/>
                <a:cs typeface="Arial" panose="020B0604020202020204" pitchFamily="34" charset="0"/>
              </a:rPr>
              <a:t>Clear hierarchy</a:t>
            </a:r>
            <a:endParaRPr lang="en-US" sz="1600" kern="100">
              <a:solidFill>
                <a:schemeClr val="tx1"/>
              </a:solidFill>
              <a:latin typeface="Arial" panose="020B0604020202020204" pitchFamily="34" charset="0"/>
              <a:cs typeface="Arial" panose="020B0604020202020204" pitchFamily="34" charset="0"/>
            </a:endParaRPr>
          </a:p>
          <a:p>
            <a:pPr lvl="1" indent="-228600">
              <a:spcAft>
                <a:spcPts val="800"/>
              </a:spcAft>
              <a:buFont typeface=""/>
              <a:buChar char="•"/>
            </a:pPr>
            <a:r>
              <a:rPr lang="en-GB" sz="1600" kern="100">
                <a:solidFill>
                  <a:schemeClr val="tx1"/>
                </a:solidFill>
                <a:latin typeface="Arial" panose="020B0604020202020204" pitchFamily="34" charset="0"/>
                <a:cs typeface="Arial" panose="020B0604020202020204" pitchFamily="34" charset="0"/>
              </a:rPr>
              <a:t>Straightforward layout</a:t>
            </a:r>
          </a:p>
        </p:txBody>
      </p:sp>
      <p:sp>
        <p:nvSpPr>
          <p:cNvPr id="18" name="TextBox 17">
            <a:extLst>
              <a:ext uri="{FF2B5EF4-FFF2-40B4-BE49-F238E27FC236}">
                <a16:creationId xmlns:a16="http://schemas.microsoft.com/office/drawing/2014/main" id="{B4CB0561-B6F5-7980-9FA5-05248F9FABDD}"/>
              </a:ext>
            </a:extLst>
          </p:cNvPr>
          <p:cNvSpPr txBox="1"/>
          <p:nvPr/>
        </p:nvSpPr>
        <p:spPr>
          <a:xfrm>
            <a:off x="348816" y="1742932"/>
            <a:ext cx="11554809" cy="461665"/>
          </a:xfrm>
          <a:prstGeom prst="rect">
            <a:avLst/>
          </a:prstGeom>
          <a:noFill/>
        </p:spPr>
        <p:txBody>
          <a:bodyPr wrap="square">
            <a:spAutoFit/>
          </a:bodyPr>
          <a:lstStyle/>
          <a:p>
            <a:r>
              <a:rPr lang="en-GB" sz="2400" kern="100">
                <a:effectLst/>
                <a:latin typeface="Arial" panose="020B0604020202020204" pitchFamily="34" charset="0"/>
                <a:ea typeface="Aptos" panose="020B0004020202020204" pitchFamily="34" charset="0"/>
                <a:cs typeface="Arial" panose="020B0604020202020204" pitchFamily="34" charset="0"/>
              </a:rPr>
              <a:t> Discuss examples of good and bad web design in terms of these principles:</a:t>
            </a:r>
            <a:endParaRPr lang="en-GB" sz="24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97384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CD5F8-8352-1FBD-5FC7-EE8959E36C73}"/>
              </a:ext>
            </a:extLst>
          </p:cNvPr>
          <p:cNvSpPr>
            <a:spLocks noGrp="1"/>
          </p:cNvSpPr>
          <p:nvPr>
            <p:ph type="title"/>
          </p:nvPr>
        </p:nvSpPr>
        <p:spPr>
          <a:xfrm>
            <a:off x="3273342" y="250282"/>
            <a:ext cx="8607406" cy="654532"/>
          </a:xfrm>
        </p:spPr>
        <p:txBody>
          <a:bodyPr>
            <a:noAutofit/>
          </a:bodyPr>
          <a:lstStyle/>
          <a:p>
            <a:r>
              <a:rPr lang="en-GB" sz="2900"/>
              <a:t>Recap: Examples in real world scenario</a:t>
            </a:r>
          </a:p>
        </p:txBody>
      </p:sp>
      <p:pic>
        <p:nvPicPr>
          <p:cNvPr id="5" name="Picture 4" descr="A white rectangular object with black circles&#10;&#10;Description automatically generated">
            <a:extLst>
              <a:ext uri="{FF2B5EF4-FFF2-40B4-BE49-F238E27FC236}">
                <a16:creationId xmlns:a16="http://schemas.microsoft.com/office/drawing/2014/main" id="{8136BC77-8550-EBCA-5F14-4AE5F9D7F9B9}"/>
              </a:ext>
            </a:extLst>
          </p:cNvPr>
          <p:cNvPicPr>
            <a:picLocks noChangeAspect="1"/>
          </p:cNvPicPr>
          <p:nvPr/>
        </p:nvPicPr>
        <p:blipFill rotWithShape="1">
          <a:blip r:embed="rId2"/>
          <a:srcRect l="5223" t="6425"/>
          <a:stretch/>
        </p:blipFill>
        <p:spPr>
          <a:xfrm>
            <a:off x="5992931" y="2043740"/>
            <a:ext cx="5951361" cy="2645578"/>
          </a:xfrm>
          <a:prstGeom prst="rect">
            <a:avLst/>
          </a:prstGeom>
        </p:spPr>
      </p:pic>
      <p:sp>
        <p:nvSpPr>
          <p:cNvPr id="7" name="TextBox 6">
            <a:extLst>
              <a:ext uri="{FF2B5EF4-FFF2-40B4-BE49-F238E27FC236}">
                <a16:creationId xmlns:a16="http://schemas.microsoft.com/office/drawing/2014/main" id="{A32CDD05-4B20-21EC-F612-4C47C5955757}"/>
              </a:ext>
            </a:extLst>
          </p:cNvPr>
          <p:cNvSpPr txBox="1"/>
          <p:nvPr/>
        </p:nvSpPr>
        <p:spPr>
          <a:xfrm>
            <a:off x="6300715" y="6482775"/>
            <a:ext cx="5891285" cy="261610"/>
          </a:xfrm>
          <a:prstGeom prst="rect">
            <a:avLst/>
          </a:prstGeom>
          <a:noFill/>
        </p:spPr>
        <p:txBody>
          <a:bodyPr wrap="square">
            <a:spAutoFit/>
          </a:bodyPr>
          <a:lstStyle/>
          <a:p>
            <a:r>
              <a:rPr lang="en-GB" sz="1100" i="1">
                <a:hlinkClick r:id="rId3"/>
              </a:rPr>
              <a:t>Image source: Don Norman’s Principles of Interaction Design | by Sachin Rekhi | Medium</a:t>
            </a:r>
            <a:endParaRPr lang="en-GB" sz="1100" i="1"/>
          </a:p>
        </p:txBody>
      </p:sp>
      <p:pic>
        <p:nvPicPr>
          <p:cNvPr id="9" name="Picture 8">
            <a:extLst>
              <a:ext uri="{FF2B5EF4-FFF2-40B4-BE49-F238E27FC236}">
                <a16:creationId xmlns:a16="http://schemas.microsoft.com/office/drawing/2014/main" id="{64A5CD94-F36F-2534-B436-3BDA5C00387A}"/>
              </a:ext>
            </a:extLst>
          </p:cNvPr>
          <p:cNvPicPr>
            <a:picLocks noChangeAspect="1"/>
          </p:cNvPicPr>
          <p:nvPr/>
        </p:nvPicPr>
        <p:blipFill>
          <a:blip r:embed="rId4"/>
          <a:stretch>
            <a:fillRect/>
          </a:stretch>
        </p:blipFill>
        <p:spPr>
          <a:xfrm>
            <a:off x="323129" y="2043739"/>
            <a:ext cx="5262859" cy="2645577"/>
          </a:xfrm>
          <a:prstGeom prst="rect">
            <a:avLst/>
          </a:prstGeom>
        </p:spPr>
      </p:pic>
      <p:sp>
        <p:nvSpPr>
          <p:cNvPr id="13" name="TextBox 12">
            <a:extLst>
              <a:ext uri="{FF2B5EF4-FFF2-40B4-BE49-F238E27FC236}">
                <a16:creationId xmlns:a16="http://schemas.microsoft.com/office/drawing/2014/main" id="{D0B78359-15BD-0E85-A723-03921E03FEA7}"/>
              </a:ext>
            </a:extLst>
          </p:cNvPr>
          <p:cNvSpPr txBox="1"/>
          <p:nvPr/>
        </p:nvSpPr>
        <p:spPr>
          <a:xfrm>
            <a:off x="1455367" y="4707001"/>
            <a:ext cx="2998381" cy="276999"/>
          </a:xfrm>
          <a:prstGeom prst="rect">
            <a:avLst/>
          </a:prstGeom>
          <a:noFill/>
        </p:spPr>
        <p:txBody>
          <a:bodyPr wrap="square" rtlCol="0">
            <a:spAutoFit/>
          </a:bodyPr>
          <a:lstStyle/>
          <a:p>
            <a:pPr algn="ctr"/>
            <a:r>
              <a:rPr lang="en-GB" sz="1200"/>
              <a:t>Figure 1: Example of inconsistency</a:t>
            </a:r>
          </a:p>
        </p:txBody>
      </p:sp>
      <p:sp>
        <p:nvSpPr>
          <p:cNvPr id="17" name="TextBox 16">
            <a:extLst>
              <a:ext uri="{FF2B5EF4-FFF2-40B4-BE49-F238E27FC236}">
                <a16:creationId xmlns:a16="http://schemas.microsoft.com/office/drawing/2014/main" id="{47B769B1-F221-2664-F4FE-E8F20341AB03}"/>
              </a:ext>
            </a:extLst>
          </p:cNvPr>
          <p:cNvSpPr txBox="1"/>
          <p:nvPr/>
        </p:nvSpPr>
        <p:spPr>
          <a:xfrm>
            <a:off x="7057701" y="4697948"/>
            <a:ext cx="3821819" cy="276999"/>
          </a:xfrm>
          <a:prstGeom prst="rect">
            <a:avLst/>
          </a:prstGeom>
          <a:noFill/>
        </p:spPr>
        <p:txBody>
          <a:bodyPr wrap="square" rtlCol="0">
            <a:spAutoFit/>
          </a:bodyPr>
          <a:lstStyle/>
          <a:p>
            <a:pPr algn="ctr"/>
            <a:r>
              <a:rPr lang="en-GB" sz="1200"/>
              <a:t>Figure 2: example of good mapping and poor mapping</a:t>
            </a:r>
          </a:p>
        </p:txBody>
      </p:sp>
    </p:spTree>
    <p:extLst>
      <p:ext uri="{BB962C8B-B14F-4D97-AF65-F5344CB8AC3E}">
        <p14:creationId xmlns:p14="http://schemas.microsoft.com/office/powerpoint/2010/main" val="2918605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CD5F8-8352-1FBD-5FC7-EE8959E36C73}"/>
              </a:ext>
            </a:extLst>
          </p:cNvPr>
          <p:cNvSpPr>
            <a:spLocks noGrp="1"/>
          </p:cNvSpPr>
          <p:nvPr>
            <p:ph type="title"/>
          </p:nvPr>
        </p:nvSpPr>
        <p:spPr>
          <a:xfrm>
            <a:off x="3273342" y="435259"/>
            <a:ext cx="8607406" cy="470935"/>
          </a:xfrm>
        </p:spPr>
        <p:txBody>
          <a:bodyPr>
            <a:noAutofit/>
          </a:bodyPr>
          <a:lstStyle/>
          <a:p>
            <a:r>
              <a:rPr lang="en-GB" sz="2900"/>
              <a:t>Recap: Examples in real world scenario</a:t>
            </a:r>
          </a:p>
        </p:txBody>
      </p:sp>
      <p:sp>
        <p:nvSpPr>
          <p:cNvPr id="7" name="TextBox 6">
            <a:extLst>
              <a:ext uri="{FF2B5EF4-FFF2-40B4-BE49-F238E27FC236}">
                <a16:creationId xmlns:a16="http://schemas.microsoft.com/office/drawing/2014/main" id="{A32CDD05-4B20-21EC-F612-4C47C5955757}"/>
              </a:ext>
            </a:extLst>
          </p:cNvPr>
          <p:cNvSpPr txBox="1"/>
          <p:nvPr/>
        </p:nvSpPr>
        <p:spPr>
          <a:xfrm>
            <a:off x="6300715" y="6482775"/>
            <a:ext cx="5891285" cy="261610"/>
          </a:xfrm>
          <a:prstGeom prst="rect">
            <a:avLst/>
          </a:prstGeom>
          <a:noFill/>
        </p:spPr>
        <p:txBody>
          <a:bodyPr wrap="square">
            <a:spAutoFit/>
          </a:bodyPr>
          <a:lstStyle/>
          <a:p>
            <a:r>
              <a:rPr lang="en-GB" sz="1100" i="1">
                <a:hlinkClick r:id="rId2"/>
              </a:rPr>
              <a:t>Image source: Don Norman’s Principles of Interaction Design | by Sachin Rekhi | Medium</a:t>
            </a:r>
            <a:endParaRPr lang="en-GB" sz="1100" i="1"/>
          </a:p>
        </p:txBody>
      </p:sp>
      <p:sp>
        <p:nvSpPr>
          <p:cNvPr id="10" name="TextBox 9">
            <a:extLst>
              <a:ext uri="{FF2B5EF4-FFF2-40B4-BE49-F238E27FC236}">
                <a16:creationId xmlns:a16="http://schemas.microsoft.com/office/drawing/2014/main" id="{CD62BFC6-6DBF-CA47-0F14-504B5FE0C0DD}"/>
              </a:ext>
            </a:extLst>
          </p:cNvPr>
          <p:cNvSpPr txBox="1"/>
          <p:nvPr/>
        </p:nvSpPr>
        <p:spPr>
          <a:xfrm>
            <a:off x="1116036" y="5380264"/>
            <a:ext cx="2998381" cy="276999"/>
          </a:xfrm>
          <a:prstGeom prst="rect">
            <a:avLst/>
          </a:prstGeom>
          <a:noFill/>
        </p:spPr>
        <p:txBody>
          <a:bodyPr wrap="square" rtlCol="0">
            <a:spAutoFit/>
          </a:bodyPr>
          <a:lstStyle/>
          <a:p>
            <a:pPr algn="ctr"/>
            <a:r>
              <a:rPr lang="en-GB" sz="1200"/>
              <a:t>Figure 3: example of affordance</a:t>
            </a:r>
          </a:p>
        </p:txBody>
      </p:sp>
      <p:pic>
        <p:nvPicPr>
          <p:cNvPr id="12" name="Picture 11">
            <a:extLst>
              <a:ext uri="{FF2B5EF4-FFF2-40B4-BE49-F238E27FC236}">
                <a16:creationId xmlns:a16="http://schemas.microsoft.com/office/drawing/2014/main" id="{C8ADCF7B-2375-BD29-A952-131ACE3191EE}"/>
              </a:ext>
            </a:extLst>
          </p:cNvPr>
          <p:cNvPicPr>
            <a:picLocks noChangeAspect="1"/>
          </p:cNvPicPr>
          <p:nvPr/>
        </p:nvPicPr>
        <p:blipFill>
          <a:blip r:embed="rId3"/>
          <a:stretch>
            <a:fillRect/>
          </a:stretch>
        </p:blipFill>
        <p:spPr>
          <a:xfrm>
            <a:off x="812364" y="1620481"/>
            <a:ext cx="3660047" cy="3498574"/>
          </a:xfrm>
          <a:prstGeom prst="rect">
            <a:avLst/>
          </a:prstGeom>
        </p:spPr>
      </p:pic>
      <p:sp>
        <p:nvSpPr>
          <p:cNvPr id="14" name="TextBox 13">
            <a:extLst>
              <a:ext uri="{FF2B5EF4-FFF2-40B4-BE49-F238E27FC236}">
                <a16:creationId xmlns:a16="http://schemas.microsoft.com/office/drawing/2014/main" id="{BA304CC1-A681-515D-DF5D-C6DF3A01B3D0}"/>
              </a:ext>
            </a:extLst>
          </p:cNvPr>
          <p:cNvSpPr txBox="1"/>
          <p:nvPr/>
        </p:nvSpPr>
        <p:spPr>
          <a:xfrm>
            <a:off x="6096000" y="5256022"/>
            <a:ext cx="3821819" cy="276999"/>
          </a:xfrm>
          <a:prstGeom prst="rect">
            <a:avLst/>
          </a:prstGeom>
          <a:noFill/>
        </p:spPr>
        <p:txBody>
          <a:bodyPr wrap="square" rtlCol="0">
            <a:spAutoFit/>
          </a:bodyPr>
          <a:lstStyle/>
          <a:p>
            <a:pPr algn="ctr"/>
            <a:r>
              <a:rPr lang="en-GB" sz="1200"/>
              <a:t>Figure 4: example of accessibility</a:t>
            </a:r>
          </a:p>
        </p:txBody>
      </p:sp>
      <p:pic>
        <p:nvPicPr>
          <p:cNvPr id="16" name="Picture 15">
            <a:extLst>
              <a:ext uri="{FF2B5EF4-FFF2-40B4-BE49-F238E27FC236}">
                <a16:creationId xmlns:a16="http://schemas.microsoft.com/office/drawing/2014/main" id="{041B447E-FF59-AC5C-2EF8-5DAF1F630D5B}"/>
              </a:ext>
            </a:extLst>
          </p:cNvPr>
          <p:cNvPicPr>
            <a:picLocks noChangeAspect="1"/>
          </p:cNvPicPr>
          <p:nvPr/>
        </p:nvPicPr>
        <p:blipFill>
          <a:blip r:embed="rId4"/>
          <a:stretch>
            <a:fillRect/>
          </a:stretch>
        </p:blipFill>
        <p:spPr>
          <a:xfrm>
            <a:off x="4968320" y="1620482"/>
            <a:ext cx="6491008" cy="3498574"/>
          </a:xfrm>
          <a:prstGeom prst="rect">
            <a:avLst/>
          </a:prstGeom>
        </p:spPr>
      </p:pic>
    </p:spTree>
    <p:extLst>
      <p:ext uri="{BB962C8B-B14F-4D97-AF65-F5344CB8AC3E}">
        <p14:creationId xmlns:p14="http://schemas.microsoft.com/office/powerpoint/2010/main" val="537562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CA620-FF1D-9D82-8740-BDC6BAFE9C61}"/>
              </a:ext>
            </a:extLst>
          </p:cNvPr>
          <p:cNvSpPr>
            <a:spLocks noGrp="1"/>
          </p:cNvSpPr>
          <p:nvPr>
            <p:ph type="title"/>
          </p:nvPr>
        </p:nvSpPr>
        <p:spPr>
          <a:xfrm>
            <a:off x="3370648" y="212651"/>
            <a:ext cx="8821352" cy="910968"/>
          </a:xfrm>
        </p:spPr>
        <p:txBody>
          <a:bodyPr anchor="ctr">
            <a:noAutofit/>
          </a:bodyPr>
          <a:lstStyle/>
          <a:p>
            <a:pPr algn="just">
              <a:lnSpc>
                <a:spcPct val="150000"/>
              </a:lnSpc>
            </a:pPr>
            <a:r>
              <a:rPr lang="en-GB" sz="2900"/>
              <a:t>Sketching (20 minutes)</a:t>
            </a:r>
          </a:p>
        </p:txBody>
      </p:sp>
      <p:sp>
        <p:nvSpPr>
          <p:cNvPr id="3" name="Content Placeholder 2">
            <a:extLst>
              <a:ext uri="{FF2B5EF4-FFF2-40B4-BE49-F238E27FC236}">
                <a16:creationId xmlns:a16="http://schemas.microsoft.com/office/drawing/2014/main" id="{5E6A9D5E-4A9A-676B-A344-1C6F6CFE5A38}"/>
              </a:ext>
            </a:extLst>
          </p:cNvPr>
          <p:cNvSpPr>
            <a:spLocks noGrp="1"/>
          </p:cNvSpPr>
          <p:nvPr>
            <p:ph idx="1"/>
          </p:nvPr>
        </p:nvSpPr>
        <p:spPr>
          <a:xfrm>
            <a:off x="478800" y="1456660"/>
            <a:ext cx="10875600" cy="4936940"/>
          </a:xfrm>
        </p:spPr>
        <p:txBody>
          <a:bodyPr>
            <a:normAutofit/>
          </a:bodyPr>
          <a:lstStyle/>
          <a:p>
            <a:pPr>
              <a:lnSpc>
                <a:spcPct val="107000"/>
              </a:lnSpc>
              <a:spcAft>
                <a:spcPts val="800"/>
              </a:spcAft>
            </a:pPr>
            <a:r>
              <a:rPr lang="en-GB" kern="100">
                <a:effectLst/>
                <a:ea typeface="Aptos" panose="020B0004020202020204" pitchFamily="34" charset="0"/>
              </a:rPr>
              <a:t>Create a rough sketch of your web page on paper.</a:t>
            </a:r>
          </a:p>
          <a:p>
            <a:pPr>
              <a:lnSpc>
                <a:spcPct val="107000"/>
              </a:lnSpc>
              <a:spcAft>
                <a:spcPts val="800"/>
              </a:spcAft>
            </a:pPr>
            <a:r>
              <a:rPr lang="en-GB" kern="100">
                <a:effectLst/>
                <a:ea typeface="Aptos" panose="020B0004020202020204" pitchFamily="34" charset="0"/>
              </a:rPr>
              <a:t>Ensure that you incorporate each of Norman’s principles and usability concepts.</a:t>
            </a:r>
          </a:p>
          <a:p>
            <a:pPr>
              <a:lnSpc>
                <a:spcPct val="107000"/>
              </a:lnSpc>
              <a:spcAft>
                <a:spcPts val="800"/>
              </a:spcAft>
            </a:pPr>
            <a:r>
              <a:rPr lang="en-GB" kern="100">
                <a:effectLst/>
                <a:ea typeface="Aptos" panose="020B0004020202020204" pitchFamily="34" charset="0"/>
              </a:rPr>
              <a:t>Highlight elements that provide feedback, affordances, and ensure consistency.</a:t>
            </a:r>
          </a:p>
          <a:p>
            <a:pPr>
              <a:lnSpc>
                <a:spcPct val="107000"/>
              </a:lnSpc>
              <a:spcAft>
                <a:spcPts val="800"/>
              </a:spcAft>
            </a:pPr>
            <a:r>
              <a:rPr lang="en-GB" kern="100">
                <a:ea typeface="Aptos" panose="020B0004020202020204" pitchFamily="34" charset="0"/>
              </a:rPr>
              <a:t>You may also use a wireframe tool.</a:t>
            </a:r>
            <a:endParaRPr lang="en-GB" kern="100">
              <a:effectLst/>
              <a:ea typeface="Aptos" panose="020B0004020202020204" pitchFamily="34" charset="0"/>
            </a:endParaRPr>
          </a:p>
          <a:p>
            <a:endParaRPr lang="en-GB"/>
          </a:p>
        </p:txBody>
      </p:sp>
    </p:spTree>
    <p:extLst>
      <p:ext uri="{BB962C8B-B14F-4D97-AF65-F5344CB8AC3E}">
        <p14:creationId xmlns:p14="http://schemas.microsoft.com/office/powerpoint/2010/main" val="14647205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CA620-FF1D-9D82-8740-BDC6BAFE9C61}"/>
              </a:ext>
            </a:extLst>
          </p:cNvPr>
          <p:cNvSpPr>
            <a:spLocks noGrp="1"/>
          </p:cNvSpPr>
          <p:nvPr>
            <p:ph type="title"/>
          </p:nvPr>
        </p:nvSpPr>
        <p:spPr>
          <a:xfrm>
            <a:off x="3370648" y="212651"/>
            <a:ext cx="8821352" cy="910968"/>
          </a:xfrm>
        </p:spPr>
        <p:txBody>
          <a:bodyPr anchor="ctr">
            <a:noAutofit/>
          </a:bodyPr>
          <a:lstStyle/>
          <a:p>
            <a:pPr algn="just">
              <a:lnSpc>
                <a:spcPct val="150000"/>
              </a:lnSpc>
            </a:pPr>
            <a:r>
              <a:rPr lang="en-GB" sz="2900" kern="100">
                <a:effectLst/>
                <a:latin typeface="Aptos" panose="020B0004020202020204" pitchFamily="34" charset="0"/>
                <a:ea typeface="Aptos" panose="020B0004020202020204" pitchFamily="34" charset="0"/>
                <a:cs typeface="Times New Roman" panose="02020603050405020304" pitchFamily="18" charset="0"/>
              </a:rPr>
              <a:t>Designing (20 minutes)</a:t>
            </a:r>
            <a:endParaRPr lang="en-GB" sz="2900"/>
          </a:p>
        </p:txBody>
      </p:sp>
      <p:sp>
        <p:nvSpPr>
          <p:cNvPr id="3" name="Content Placeholder 2">
            <a:extLst>
              <a:ext uri="{FF2B5EF4-FFF2-40B4-BE49-F238E27FC236}">
                <a16:creationId xmlns:a16="http://schemas.microsoft.com/office/drawing/2014/main" id="{5E6A9D5E-4A9A-676B-A344-1C6F6CFE5A38}"/>
              </a:ext>
            </a:extLst>
          </p:cNvPr>
          <p:cNvSpPr>
            <a:spLocks noGrp="1"/>
          </p:cNvSpPr>
          <p:nvPr>
            <p:ph idx="1"/>
          </p:nvPr>
        </p:nvSpPr>
        <p:spPr>
          <a:xfrm>
            <a:off x="478800" y="1456660"/>
            <a:ext cx="10875600" cy="3147238"/>
          </a:xfrm>
        </p:spPr>
        <p:txBody>
          <a:bodyPr>
            <a:normAutofit/>
          </a:bodyPr>
          <a:lstStyle/>
          <a:p>
            <a:pPr>
              <a:lnSpc>
                <a:spcPct val="107000"/>
              </a:lnSpc>
              <a:spcAft>
                <a:spcPts val="800"/>
              </a:spcAft>
            </a:pPr>
            <a:r>
              <a:rPr lang="en-GB" kern="100">
                <a:effectLst/>
                <a:ea typeface="Aptos" panose="020B0004020202020204" pitchFamily="34" charset="0"/>
              </a:rPr>
              <a:t>  Use a web design tool to create a digital version of your sketch.</a:t>
            </a:r>
          </a:p>
          <a:p>
            <a:pPr>
              <a:lnSpc>
                <a:spcPct val="107000"/>
              </a:lnSpc>
              <a:spcAft>
                <a:spcPts val="800"/>
              </a:spcAft>
            </a:pPr>
            <a:r>
              <a:rPr lang="en-GB" kern="100">
                <a:effectLst/>
                <a:ea typeface="Aptos" panose="020B0004020202020204" pitchFamily="34" charset="0"/>
              </a:rPr>
              <a:t>  Focus on implementing scalability, responsiveness, and load time optimization.</a:t>
            </a:r>
          </a:p>
          <a:p>
            <a:pPr>
              <a:lnSpc>
                <a:spcPct val="107000"/>
              </a:lnSpc>
              <a:spcAft>
                <a:spcPts val="800"/>
              </a:spcAft>
            </a:pPr>
            <a:r>
              <a:rPr lang="en-GB" kern="100">
                <a:effectLst/>
                <a:ea typeface="Aptos" panose="020B0004020202020204" pitchFamily="34" charset="0"/>
              </a:rPr>
              <a:t>  Make the design accessible and minimize load time.</a:t>
            </a:r>
          </a:p>
        </p:txBody>
      </p:sp>
    </p:spTree>
    <p:extLst>
      <p:ext uri="{BB962C8B-B14F-4D97-AF65-F5344CB8AC3E}">
        <p14:creationId xmlns:p14="http://schemas.microsoft.com/office/powerpoint/2010/main" val="1764642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A6A18-03C9-BC30-3C1E-F8D73DB6856A}"/>
              </a:ext>
            </a:extLst>
          </p:cNvPr>
          <p:cNvSpPr>
            <a:spLocks noGrp="1"/>
          </p:cNvSpPr>
          <p:nvPr>
            <p:ph type="title"/>
          </p:nvPr>
        </p:nvSpPr>
        <p:spPr>
          <a:xfrm>
            <a:off x="3260008" y="261589"/>
            <a:ext cx="7160532" cy="759600"/>
          </a:xfrm>
        </p:spPr>
        <p:txBody>
          <a:bodyPr>
            <a:noAutofit/>
          </a:bodyPr>
          <a:lstStyle/>
          <a:p>
            <a:r>
              <a:rPr lang="en-GB" sz="2800">
                <a:effectLst/>
                <a:ea typeface="Aptos" panose="020B0004020202020204" pitchFamily="34" charset="0"/>
              </a:rPr>
              <a:t>Self-Assessment and Teacher Feedback (10 minutes)</a:t>
            </a:r>
            <a:endParaRPr lang="en-GB" sz="2800"/>
          </a:p>
        </p:txBody>
      </p:sp>
      <p:sp>
        <p:nvSpPr>
          <p:cNvPr id="3" name="Content Placeholder 2">
            <a:extLst>
              <a:ext uri="{FF2B5EF4-FFF2-40B4-BE49-F238E27FC236}">
                <a16:creationId xmlns:a16="http://schemas.microsoft.com/office/drawing/2014/main" id="{75DA33DF-667A-BF64-FC29-6CDA33F9B7A5}"/>
              </a:ext>
            </a:extLst>
          </p:cNvPr>
          <p:cNvSpPr>
            <a:spLocks noGrp="1"/>
          </p:cNvSpPr>
          <p:nvPr>
            <p:ph idx="1"/>
          </p:nvPr>
        </p:nvSpPr>
        <p:spPr/>
        <p:txBody>
          <a:bodyPr/>
          <a:lstStyle/>
          <a:p>
            <a:pPr marL="0" indent="0">
              <a:lnSpc>
                <a:spcPct val="107000"/>
              </a:lnSpc>
              <a:spcAft>
                <a:spcPts val="800"/>
              </a:spcAft>
              <a:buNone/>
            </a:pPr>
            <a:r>
              <a:rPr lang="en-GB" sz="1800" kern="100">
                <a:ea typeface="Aptos" panose="020B0004020202020204" pitchFamily="34" charset="0"/>
              </a:rPr>
              <a:t>A</a:t>
            </a:r>
            <a:r>
              <a:rPr lang="en-GB" sz="1800" kern="100">
                <a:effectLst/>
                <a:ea typeface="Aptos" panose="020B0004020202020204" pitchFamily="34" charset="0"/>
              </a:rPr>
              <a:t>s a group:</a:t>
            </a:r>
          </a:p>
          <a:p>
            <a:pPr lvl="1">
              <a:spcAft>
                <a:spcPts val="800"/>
              </a:spcAft>
            </a:pPr>
            <a:r>
              <a:rPr lang="en-GB" sz="1800" kern="100">
                <a:effectLst/>
                <a:ea typeface="Aptos" panose="020B0004020202020204" pitchFamily="34" charset="0"/>
              </a:rPr>
              <a:t>Use the table listing Norman’s principles and usability concepts to review your design.</a:t>
            </a:r>
          </a:p>
          <a:p>
            <a:pPr lvl="1">
              <a:spcAft>
                <a:spcPts val="800"/>
              </a:spcAft>
            </a:pPr>
            <a:r>
              <a:rPr lang="en-GB" sz="1800" kern="100">
                <a:effectLst/>
                <a:ea typeface="Aptos" panose="020B0004020202020204" pitchFamily="34" charset="0"/>
              </a:rPr>
              <a:t>Did you provide immediate and clear feedback for user actions?</a:t>
            </a:r>
          </a:p>
          <a:p>
            <a:pPr lvl="1">
              <a:spcAft>
                <a:spcPts val="800"/>
              </a:spcAft>
            </a:pPr>
            <a:r>
              <a:rPr lang="en-GB" sz="1800" kern="100">
                <a:effectLst/>
                <a:ea typeface="Aptos" panose="020B0004020202020204" pitchFamily="34" charset="0"/>
              </a:rPr>
              <a:t>Are affordances clear for all interactive elements?</a:t>
            </a:r>
          </a:p>
          <a:p>
            <a:pPr lvl="1">
              <a:spcAft>
                <a:spcPts val="800"/>
              </a:spcAft>
            </a:pPr>
            <a:r>
              <a:rPr lang="en-GB" sz="1800" kern="100">
                <a:effectLst/>
                <a:ea typeface="Aptos" panose="020B0004020202020204" pitchFamily="34" charset="0"/>
              </a:rPr>
              <a:t>Is the design consistent throughout?</a:t>
            </a:r>
          </a:p>
          <a:p>
            <a:pPr lvl="1">
              <a:spcAft>
                <a:spcPts val="800"/>
              </a:spcAft>
            </a:pPr>
            <a:r>
              <a:rPr lang="en-GB" sz="1800" kern="100">
                <a:effectLst/>
                <a:ea typeface="Aptos" panose="020B0004020202020204" pitchFamily="34" charset="0"/>
              </a:rPr>
              <a:t>Have you included mechanisms for error prevention and recovery?</a:t>
            </a:r>
          </a:p>
          <a:p>
            <a:pPr lvl="1">
              <a:spcAft>
                <a:spcPts val="800"/>
              </a:spcAft>
            </a:pPr>
            <a:r>
              <a:rPr lang="en-GB" sz="1800" kern="100">
                <a:effectLst/>
                <a:ea typeface="Aptos" panose="020B0004020202020204" pitchFamily="34" charset="0"/>
              </a:rPr>
              <a:t>Is your design scalable and responsive across devices?</a:t>
            </a:r>
          </a:p>
          <a:p>
            <a:pPr lvl="1">
              <a:spcAft>
                <a:spcPts val="800"/>
              </a:spcAft>
            </a:pPr>
            <a:r>
              <a:rPr lang="en-GB" sz="1800" kern="100">
                <a:effectLst/>
                <a:ea typeface="Aptos" panose="020B0004020202020204" pitchFamily="34" charset="0"/>
              </a:rPr>
              <a:t>Is the design accessible to users with disabilities?</a:t>
            </a:r>
          </a:p>
          <a:p>
            <a:pPr lvl="1">
              <a:spcAft>
                <a:spcPts val="800"/>
              </a:spcAft>
            </a:pPr>
            <a:r>
              <a:rPr lang="en-GB" sz="1800" kern="100">
                <a:effectLst/>
                <a:ea typeface="Aptos" panose="020B0004020202020204" pitchFamily="34" charset="0"/>
              </a:rPr>
              <a:t>Have you optimized load time?</a:t>
            </a:r>
          </a:p>
        </p:txBody>
      </p:sp>
    </p:spTree>
    <p:extLst>
      <p:ext uri="{BB962C8B-B14F-4D97-AF65-F5344CB8AC3E}">
        <p14:creationId xmlns:p14="http://schemas.microsoft.com/office/powerpoint/2010/main" val="4025382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CA620-FF1D-9D82-8740-BDC6BAFE9C61}"/>
              </a:ext>
            </a:extLst>
          </p:cNvPr>
          <p:cNvSpPr>
            <a:spLocks noGrp="1"/>
          </p:cNvSpPr>
          <p:nvPr>
            <p:ph type="title"/>
          </p:nvPr>
        </p:nvSpPr>
        <p:spPr>
          <a:xfrm>
            <a:off x="3370648" y="212651"/>
            <a:ext cx="8821352" cy="910968"/>
          </a:xfrm>
        </p:spPr>
        <p:txBody>
          <a:bodyPr anchor="ctr">
            <a:noAutofit/>
          </a:bodyPr>
          <a:lstStyle/>
          <a:p>
            <a:pPr marL="0" indent="0">
              <a:lnSpc>
                <a:spcPct val="107000"/>
              </a:lnSpc>
              <a:spcAft>
                <a:spcPts val="800"/>
              </a:spcAft>
              <a:buNone/>
            </a:pPr>
            <a:r>
              <a:rPr lang="en-GB" sz="3200" kern="100">
                <a:effectLst/>
                <a:latin typeface="Aptos" panose="020B0004020202020204" pitchFamily="34" charset="0"/>
                <a:ea typeface="Aptos" panose="020B0004020202020204" pitchFamily="34" charset="0"/>
                <a:cs typeface="Times New Roman" panose="02020603050405020304" pitchFamily="18" charset="0"/>
              </a:rPr>
              <a:t>Peer feedback (</a:t>
            </a:r>
            <a:r>
              <a:rPr lang="en-GB" kern="100">
                <a:latin typeface="Aptos" panose="020B0004020202020204" pitchFamily="34" charset="0"/>
                <a:ea typeface="Aptos" panose="020B0004020202020204" pitchFamily="34" charset="0"/>
                <a:cs typeface="Times New Roman" panose="02020603050405020304" pitchFamily="18" charset="0"/>
              </a:rPr>
              <a:t>5</a:t>
            </a:r>
            <a:r>
              <a:rPr lang="en-GB" sz="3200" kern="100">
                <a:effectLst/>
                <a:latin typeface="Aptos" panose="020B0004020202020204" pitchFamily="34" charset="0"/>
                <a:ea typeface="Aptos" panose="020B0004020202020204" pitchFamily="34" charset="0"/>
                <a:cs typeface="Times New Roman" panose="02020603050405020304" pitchFamily="18" charset="0"/>
              </a:rPr>
              <a:t> minutes)</a:t>
            </a:r>
          </a:p>
        </p:txBody>
      </p:sp>
      <p:sp>
        <p:nvSpPr>
          <p:cNvPr id="3" name="Content Placeholder 2">
            <a:extLst>
              <a:ext uri="{FF2B5EF4-FFF2-40B4-BE49-F238E27FC236}">
                <a16:creationId xmlns:a16="http://schemas.microsoft.com/office/drawing/2014/main" id="{5E6A9D5E-4A9A-676B-A344-1C6F6CFE5A38}"/>
              </a:ext>
            </a:extLst>
          </p:cNvPr>
          <p:cNvSpPr>
            <a:spLocks noGrp="1"/>
          </p:cNvSpPr>
          <p:nvPr>
            <p:ph idx="1"/>
          </p:nvPr>
        </p:nvSpPr>
        <p:spPr>
          <a:xfrm>
            <a:off x="478800" y="1456660"/>
            <a:ext cx="10875600" cy="3147238"/>
          </a:xfrm>
        </p:spPr>
        <p:txBody>
          <a:bodyPr>
            <a:normAutofit/>
          </a:bodyPr>
          <a:lstStyle/>
          <a:p>
            <a:pPr>
              <a:lnSpc>
                <a:spcPct val="107000"/>
              </a:lnSpc>
              <a:spcAft>
                <a:spcPts val="800"/>
              </a:spcAft>
            </a:pPr>
            <a:r>
              <a:rPr lang="en-GB" sz="2400" kern="100">
                <a:effectLst/>
                <a:ea typeface="Aptos" panose="020B0004020202020204" pitchFamily="34" charset="0"/>
              </a:rPr>
              <a:t>Pair up with another group to review each other’s designs.</a:t>
            </a:r>
          </a:p>
          <a:p>
            <a:pPr>
              <a:lnSpc>
                <a:spcPct val="107000"/>
              </a:lnSpc>
              <a:spcAft>
                <a:spcPts val="800"/>
              </a:spcAft>
            </a:pPr>
            <a:r>
              <a:rPr lang="en-GB" sz="2400" kern="100">
                <a:effectLst/>
                <a:ea typeface="Aptos" panose="020B0004020202020204" pitchFamily="34" charset="0"/>
              </a:rPr>
              <a:t>Provide feedback based on how well Norman’s principles and usability concepts are applied.</a:t>
            </a:r>
          </a:p>
          <a:p>
            <a:pPr>
              <a:lnSpc>
                <a:spcPct val="107000"/>
              </a:lnSpc>
              <a:spcAft>
                <a:spcPts val="800"/>
              </a:spcAft>
            </a:pPr>
            <a:r>
              <a:rPr lang="en-GB" sz="2400">
                <a:ea typeface="Calibri" panose="020F0502020204030204"/>
              </a:rPr>
              <a:t>What have you learned from this activity? Share your ideas with the rest of the group.</a:t>
            </a:r>
          </a:p>
        </p:txBody>
      </p:sp>
    </p:spTree>
    <p:extLst>
      <p:ext uri="{BB962C8B-B14F-4D97-AF65-F5344CB8AC3E}">
        <p14:creationId xmlns:p14="http://schemas.microsoft.com/office/powerpoint/2010/main" val="26370624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CA620-FF1D-9D82-8740-BDC6BAFE9C61}"/>
              </a:ext>
            </a:extLst>
          </p:cNvPr>
          <p:cNvSpPr>
            <a:spLocks noGrp="1"/>
          </p:cNvSpPr>
          <p:nvPr>
            <p:ph type="title"/>
          </p:nvPr>
        </p:nvSpPr>
        <p:spPr>
          <a:xfrm>
            <a:off x="3370648" y="212651"/>
            <a:ext cx="8821352" cy="910968"/>
          </a:xfrm>
        </p:spPr>
        <p:txBody>
          <a:bodyPr anchor="ctr">
            <a:noAutofit/>
          </a:bodyPr>
          <a:lstStyle/>
          <a:p>
            <a:pPr marL="0" indent="0">
              <a:lnSpc>
                <a:spcPct val="107000"/>
              </a:lnSpc>
              <a:spcAft>
                <a:spcPts val="800"/>
              </a:spcAft>
              <a:buNone/>
            </a:pPr>
            <a:r>
              <a:rPr lang="en-GB" sz="3200"/>
              <a:t>Activity 2: Apply Usability to web design</a:t>
            </a:r>
            <a:endParaRPr lang="en-GB" sz="32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6A9D5E-4A9A-676B-A344-1C6F6CFE5A38}"/>
              </a:ext>
            </a:extLst>
          </p:cNvPr>
          <p:cNvSpPr>
            <a:spLocks noGrp="1"/>
          </p:cNvSpPr>
          <p:nvPr>
            <p:ph idx="1"/>
          </p:nvPr>
        </p:nvSpPr>
        <p:spPr>
          <a:xfrm>
            <a:off x="478800" y="1249378"/>
            <a:ext cx="10875600" cy="3354520"/>
          </a:xfrm>
        </p:spPr>
        <p:txBody>
          <a:bodyPr>
            <a:noAutofit/>
          </a:bodyPr>
          <a:lstStyle/>
          <a:p>
            <a:pPr marL="0" indent="0">
              <a:buNone/>
            </a:pPr>
            <a:r>
              <a:rPr lang="en-GB" sz="2000" b="1"/>
              <a:t>Goal of the activity</a:t>
            </a:r>
            <a:r>
              <a:rPr lang="en-GB" sz="2000"/>
              <a:t>: Apply Usability in HCI product (i.e. Web design)</a:t>
            </a:r>
          </a:p>
          <a:p>
            <a:pPr marL="0" indent="0">
              <a:buNone/>
            </a:pPr>
            <a:r>
              <a:rPr lang="en-GB" sz="2000" b="1">
                <a:effectLst/>
                <a:ea typeface="Aptos" panose="020B0004020202020204" pitchFamily="34" charset="0"/>
              </a:rPr>
              <a:t>Objective: </a:t>
            </a:r>
            <a:r>
              <a:rPr lang="en-GB" sz="2000">
                <a:effectLst/>
                <a:ea typeface="Aptos" panose="020B0004020202020204" pitchFamily="34" charset="0"/>
              </a:rPr>
              <a:t>Evaluate and enhance the usability of the page you designed in the first activity using usability goals and principles.</a:t>
            </a:r>
            <a:endParaRPr lang="en-GB" sz="2000"/>
          </a:p>
          <a:p>
            <a:pPr marL="0" indent="0">
              <a:buNone/>
            </a:pPr>
            <a:r>
              <a:rPr lang="en-GB" sz="2000" b="1"/>
              <a:t>Resources to use: </a:t>
            </a:r>
          </a:p>
          <a:p>
            <a:pPr lvl="1">
              <a:lnSpc>
                <a:spcPct val="107000"/>
              </a:lnSpc>
              <a:spcAft>
                <a:spcPts val="800"/>
              </a:spcAft>
            </a:pPr>
            <a:r>
              <a:rPr lang="en-GB" sz="2000" kern="100">
                <a:hlinkClick r:id="" action="ppaction://hlinkfile">
                  <a:extLst>
                    <a:ext uri="{A12FA001-AC4F-418D-AE19-62706E023703}">
                      <ahyp:hlinkClr xmlns:ahyp="http://schemas.microsoft.com/office/drawing/2018/hyperlinkcolor" val="tx"/>
                    </a:ext>
                  </a:extLst>
                </a:hlinkClick>
              </a:rPr>
              <a:t>Clear understanding of what is a </a:t>
            </a:r>
            <a:r>
              <a:rPr lang="en-GB" sz="2000">
                <a:hlinkClick r:id="" action="ppaction://hlinkfile"/>
              </a:rPr>
              <a:t>Usability</a:t>
            </a:r>
            <a:r>
              <a:rPr lang="en-GB" sz="2000"/>
              <a:t> </a:t>
            </a:r>
            <a:r>
              <a:rPr lang="en-GB" sz="2000" kern="100"/>
              <a:t>HCI design</a:t>
            </a:r>
          </a:p>
          <a:p>
            <a:pPr lvl="1">
              <a:lnSpc>
                <a:spcPct val="107000"/>
              </a:lnSpc>
              <a:spcAft>
                <a:spcPts val="800"/>
              </a:spcAft>
            </a:pPr>
            <a:r>
              <a:rPr lang="en-GB" sz="2000" kern="100">
                <a:effectLst/>
                <a:ea typeface="Aptos" panose="020B0004020202020204" pitchFamily="34" charset="0"/>
              </a:rPr>
              <a:t>Paper and pencils for note-taking</a:t>
            </a:r>
          </a:p>
          <a:p>
            <a:pPr lvl="1">
              <a:lnSpc>
                <a:spcPct val="107000"/>
              </a:lnSpc>
              <a:spcAft>
                <a:spcPts val="800"/>
              </a:spcAft>
            </a:pPr>
            <a:r>
              <a:rPr lang="en-GB" sz="2000" kern="100">
                <a:effectLst/>
                <a:ea typeface="Aptos" panose="020B0004020202020204" pitchFamily="34" charset="0"/>
              </a:rPr>
              <a:t>Access to a web design tool (e.g., Figma, Adobe XD) – Or usin</a:t>
            </a:r>
            <a:r>
              <a:rPr lang="en-GB" sz="2000" kern="100">
                <a:ea typeface="Aptos" panose="020B0004020202020204" pitchFamily="34" charset="0"/>
              </a:rPr>
              <a:t>g pen and paper for this time.</a:t>
            </a:r>
            <a:endParaRPr lang="en-GB" sz="2000" kern="100">
              <a:effectLst/>
              <a:ea typeface="Aptos" panose="020B0004020202020204" pitchFamily="34" charset="0"/>
            </a:endParaRPr>
          </a:p>
          <a:p>
            <a:pPr lvl="1">
              <a:lnSpc>
                <a:spcPct val="107000"/>
              </a:lnSpc>
              <a:spcAft>
                <a:spcPts val="800"/>
              </a:spcAft>
            </a:pPr>
            <a:r>
              <a:rPr lang="en-GB" sz="2000" kern="100">
                <a:effectLst/>
                <a:ea typeface="Aptos" panose="020B0004020202020204" pitchFamily="34" charset="0"/>
              </a:rPr>
              <a:t>Initial design and refined version from the first activity</a:t>
            </a:r>
          </a:p>
          <a:p>
            <a:pPr lvl="1">
              <a:lnSpc>
                <a:spcPct val="107000"/>
              </a:lnSpc>
              <a:spcAft>
                <a:spcPts val="800"/>
              </a:spcAft>
            </a:pPr>
            <a:r>
              <a:rPr lang="en-GB" sz="2000" kern="100">
                <a:effectLst/>
                <a:ea typeface="Aptos" panose="020B0004020202020204" pitchFamily="34" charset="0"/>
              </a:rPr>
              <a:t>Usability goals and principles checklist</a:t>
            </a:r>
          </a:p>
          <a:p>
            <a:pPr lvl="1">
              <a:lnSpc>
                <a:spcPct val="107000"/>
              </a:lnSpc>
              <a:spcAft>
                <a:spcPts val="800"/>
              </a:spcAft>
            </a:pPr>
            <a:r>
              <a:rPr lang="en-GB" sz="2000" kern="100">
                <a:effectLst/>
                <a:ea typeface="Aptos" panose="020B0004020202020204" pitchFamily="34" charset="0"/>
              </a:rPr>
              <a:t>Access to a usability testing tool or survey platform (e.g., Google Forms, </a:t>
            </a:r>
            <a:r>
              <a:rPr lang="en-GB" sz="2000" kern="100" err="1">
                <a:effectLst/>
                <a:ea typeface="Aptos" panose="020B0004020202020204" pitchFamily="34" charset="0"/>
              </a:rPr>
              <a:t>UsabilityHub</a:t>
            </a:r>
            <a:r>
              <a:rPr lang="en-GB" sz="2000" kern="100">
                <a:effectLst/>
                <a:ea typeface="Aptos" panose="020B0004020202020204" pitchFamily="34" charset="0"/>
              </a:rPr>
              <a:t>)</a:t>
            </a:r>
            <a:endParaRPr lang="en-GB" sz="2000"/>
          </a:p>
        </p:txBody>
      </p:sp>
    </p:spTree>
    <p:extLst>
      <p:ext uri="{BB962C8B-B14F-4D97-AF65-F5344CB8AC3E}">
        <p14:creationId xmlns:p14="http://schemas.microsoft.com/office/powerpoint/2010/main" val="7711252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CA620-FF1D-9D82-8740-BDC6BAFE9C61}"/>
              </a:ext>
            </a:extLst>
          </p:cNvPr>
          <p:cNvSpPr>
            <a:spLocks noGrp="1"/>
          </p:cNvSpPr>
          <p:nvPr>
            <p:ph type="title"/>
          </p:nvPr>
        </p:nvSpPr>
        <p:spPr>
          <a:xfrm>
            <a:off x="3370648" y="212651"/>
            <a:ext cx="8821352" cy="910968"/>
          </a:xfrm>
        </p:spPr>
        <p:txBody>
          <a:bodyPr anchor="ctr">
            <a:noAutofit/>
          </a:bodyPr>
          <a:lstStyle/>
          <a:p>
            <a:pPr marL="0" indent="0">
              <a:lnSpc>
                <a:spcPct val="107000"/>
              </a:lnSpc>
              <a:spcAft>
                <a:spcPts val="800"/>
              </a:spcAft>
              <a:buNone/>
            </a:pPr>
            <a:r>
              <a:rPr lang="en-GB" sz="3200"/>
              <a:t>Activity 2: Apply Usability to web design</a:t>
            </a:r>
            <a:endParaRPr lang="en-GB" sz="32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6A9D5E-4A9A-676B-A344-1C6F6CFE5A38}"/>
              </a:ext>
            </a:extLst>
          </p:cNvPr>
          <p:cNvSpPr>
            <a:spLocks noGrp="1"/>
          </p:cNvSpPr>
          <p:nvPr>
            <p:ph idx="1"/>
          </p:nvPr>
        </p:nvSpPr>
        <p:spPr>
          <a:xfrm>
            <a:off x="478800" y="1456660"/>
            <a:ext cx="10875600" cy="3260195"/>
          </a:xfrm>
        </p:spPr>
        <p:txBody>
          <a:bodyPr>
            <a:noAutofit/>
          </a:bodyPr>
          <a:lstStyle/>
          <a:p>
            <a:pPr marL="0" indent="0">
              <a:buNone/>
            </a:pPr>
            <a:r>
              <a:rPr lang="en-GB" b="1"/>
              <a:t>Step-by-step guidelines</a:t>
            </a:r>
          </a:p>
          <a:p>
            <a:pPr marL="685800" lvl="2">
              <a:spcBef>
                <a:spcPts val="1000"/>
              </a:spcBef>
            </a:pPr>
            <a:r>
              <a:rPr lang="en-GB" sz="2400"/>
              <a:t>Introduction (10 minutes)</a:t>
            </a:r>
          </a:p>
          <a:p>
            <a:pPr marL="685800" lvl="2">
              <a:spcBef>
                <a:spcPts val="1000"/>
              </a:spcBef>
            </a:pPr>
            <a:r>
              <a:rPr lang="en-GB" sz="2400"/>
              <a:t>Creating a Usability Test Plan (15 minutes)</a:t>
            </a:r>
          </a:p>
          <a:p>
            <a:pPr marL="685800" lvl="2">
              <a:spcBef>
                <a:spcPts val="1000"/>
              </a:spcBef>
            </a:pPr>
            <a:r>
              <a:rPr lang="en-GB" sz="2400">
                <a:effectLst/>
                <a:ea typeface="Aptos" panose="020B0004020202020204" pitchFamily="34" charset="0"/>
              </a:rPr>
              <a:t>Conducting the Usability Test (</a:t>
            </a:r>
            <a:r>
              <a:rPr lang="en-GB" sz="2400">
                <a:ea typeface="Aptos" panose="020B0004020202020204" pitchFamily="34" charset="0"/>
              </a:rPr>
              <a:t>15</a:t>
            </a:r>
            <a:r>
              <a:rPr lang="en-GB" sz="2400">
                <a:effectLst/>
                <a:ea typeface="Aptos" panose="020B0004020202020204" pitchFamily="34" charset="0"/>
              </a:rPr>
              <a:t> minutes)</a:t>
            </a:r>
          </a:p>
          <a:p>
            <a:pPr marL="685800" lvl="2">
              <a:spcBef>
                <a:spcPts val="1000"/>
              </a:spcBef>
            </a:pPr>
            <a:r>
              <a:rPr lang="en-GB" sz="2400" kern="100">
                <a:ea typeface="Aptos" panose="020B0004020202020204" pitchFamily="34" charset="0"/>
              </a:rPr>
              <a:t>Analysing</a:t>
            </a:r>
            <a:r>
              <a:rPr lang="en-GB" sz="2400" kern="100">
                <a:effectLst/>
                <a:ea typeface="Aptos" panose="020B0004020202020204" pitchFamily="34" charset="0"/>
              </a:rPr>
              <a:t> Results and Refining Design (10 minutes)</a:t>
            </a:r>
          </a:p>
        </p:txBody>
      </p:sp>
    </p:spTree>
    <p:extLst>
      <p:ext uri="{BB962C8B-B14F-4D97-AF65-F5344CB8AC3E}">
        <p14:creationId xmlns:p14="http://schemas.microsoft.com/office/powerpoint/2010/main" val="22434363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FED3B-7C49-F7E2-EE9B-0ACF11ECB688}"/>
              </a:ext>
            </a:extLst>
          </p:cNvPr>
          <p:cNvSpPr>
            <a:spLocks noGrp="1"/>
          </p:cNvSpPr>
          <p:nvPr>
            <p:ph type="title"/>
          </p:nvPr>
        </p:nvSpPr>
        <p:spPr/>
        <p:txBody>
          <a:bodyPr/>
          <a:lstStyle/>
          <a:p>
            <a:r>
              <a:rPr lang="en-GB"/>
              <a:t>Introduction to Usability (10 minutes)</a:t>
            </a:r>
          </a:p>
        </p:txBody>
      </p:sp>
      <p:sp>
        <p:nvSpPr>
          <p:cNvPr id="3" name="Content Placeholder 2">
            <a:extLst>
              <a:ext uri="{FF2B5EF4-FFF2-40B4-BE49-F238E27FC236}">
                <a16:creationId xmlns:a16="http://schemas.microsoft.com/office/drawing/2014/main" id="{19D575A8-ACC1-CC8F-4226-92C88A516BB2}"/>
              </a:ext>
            </a:extLst>
          </p:cNvPr>
          <p:cNvSpPr>
            <a:spLocks noGrp="1"/>
          </p:cNvSpPr>
          <p:nvPr>
            <p:ph idx="1"/>
          </p:nvPr>
        </p:nvSpPr>
        <p:spPr/>
        <p:txBody>
          <a:bodyPr lIns="91440" tIns="45720" rIns="91440" bIns="45720" anchor="t">
            <a:normAutofit/>
          </a:bodyPr>
          <a:lstStyle/>
          <a:p>
            <a:r>
              <a:rPr lang="en-GB" sz="2000">
                <a:latin typeface="Arial"/>
                <a:cs typeface="Arial"/>
              </a:rPr>
              <a:t>Usability is a pillar in successful HCI design, or any design. </a:t>
            </a:r>
            <a:endParaRPr lang="en-GB" sz="2000"/>
          </a:p>
          <a:p>
            <a:r>
              <a:rPr lang="en-GB" sz="2000"/>
              <a:t>In the previous activity, you already considered Usability as part of Norman’s design principles. Now, you will need to measure and evaluate </a:t>
            </a:r>
            <a:r>
              <a:rPr lang="en-GB" sz="2000" b="1"/>
              <a:t>how successful </a:t>
            </a:r>
            <a:r>
              <a:rPr lang="en-GB" sz="2000"/>
              <a:t>the usability of your design is. Hence, you will </a:t>
            </a:r>
            <a:r>
              <a:rPr lang="en-GB" sz="2000" b="1"/>
              <a:t>measure and test your design‘s usability</a:t>
            </a:r>
            <a:r>
              <a:rPr lang="en-GB" sz="2000"/>
              <a:t>.</a:t>
            </a:r>
          </a:p>
          <a:p>
            <a:pPr>
              <a:lnSpc>
                <a:spcPct val="107000"/>
              </a:lnSpc>
              <a:spcAft>
                <a:spcPts val="800"/>
              </a:spcAft>
            </a:pPr>
            <a:r>
              <a:rPr lang="en-GB" sz="2000" kern="100">
                <a:effectLst/>
                <a:ea typeface="Aptos" panose="020B0004020202020204" pitchFamily="34" charset="0"/>
              </a:rPr>
              <a:t>Have a quick reading about usability in HCI design using the following source</a:t>
            </a:r>
            <a:r>
              <a:rPr lang="en-GB" sz="2000" kern="100">
                <a:ea typeface="Aptos" panose="020B0004020202020204" pitchFamily="34" charset="0"/>
              </a:rPr>
              <a:t>: </a:t>
            </a:r>
          </a:p>
          <a:p>
            <a:pPr marL="457200" lvl="1" indent="0">
              <a:lnSpc>
                <a:spcPct val="107000"/>
              </a:lnSpc>
              <a:spcAft>
                <a:spcPts val="800"/>
              </a:spcAft>
              <a:buNone/>
            </a:pPr>
            <a:r>
              <a:rPr lang="en-GB" sz="1800" kern="100">
                <a:ea typeface="Aptos" panose="020B0004020202020204" pitchFamily="34" charset="0"/>
              </a:rPr>
              <a:t>INTERACTION DESIGN FOUNDATION, 2024. What is Usability? </a:t>
            </a:r>
            <a:r>
              <a:rPr lang="en-GB" sz="1800" i="1" kern="100">
                <a:ea typeface="Aptos" panose="020B0004020202020204" pitchFamily="34" charset="0"/>
              </a:rPr>
              <a:t>Interaction Design Foundation. </a:t>
            </a:r>
            <a:r>
              <a:rPr lang="en-GB" sz="1800" kern="100">
                <a:ea typeface="Aptos" panose="020B0004020202020204" pitchFamily="34" charset="0"/>
              </a:rPr>
              <a:t>Available from: </a:t>
            </a:r>
            <a:r>
              <a:rPr lang="en-GB" sz="1800">
                <a:hlinkClick r:id="rId2"/>
              </a:rPr>
              <a:t>https://www.interaction-design.org/literature/topics/usability</a:t>
            </a:r>
            <a:r>
              <a:rPr lang="en-GB" sz="1800"/>
              <a:t> [Accessed 24 June 2024]</a:t>
            </a:r>
            <a:endParaRPr lang="en-GB" sz="1800" kern="100">
              <a:ea typeface="Aptos" panose="020B0004020202020204" pitchFamily="34" charset="0"/>
            </a:endParaRPr>
          </a:p>
          <a:p>
            <a:pPr>
              <a:lnSpc>
                <a:spcPct val="107000"/>
              </a:lnSpc>
              <a:spcAft>
                <a:spcPts val="800"/>
              </a:spcAft>
            </a:pPr>
            <a:r>
              <a:rPr lang="en-GB" sz="2000" kern="100">
                <a:effectLst/>
                <a:ea typeface="Aptos" panose="020B0004020202020204" pitchFamily="34" charset="0"/>
              </a:rPr>
              <a:t>Discuss with your group the importance of user experience goals such as </a:t>
            </a:r>
            <a:r>
              <a:rPr lang="en-GB" sz="2000" b="1" kern="100">
                <a:effectLst/>
                <a:ea typeface="Aptos" panose="020B0004020202020204" pitchFamily="34" charset="0"/>
              </a:rPr>
              <a:t>satisfaction</a:t>
            </a:r>
            <a:r>
              <a:rPr lang="en-GB" sz="2000" kern="100">
                <a:effectLst/>
                <a:ea typeface="Aptos" panose="020B0004020202020204" pitchFamily="34" charset="0"/>
              </a:rPr>
              <a:t>, </a:t>
            </a:r>
            <a:r>
              <a:rPr lang="en-GB" sz="2000" b="1" kern="100">
                <a:effectLst/>
                <a:ea typeface="Aptos" panose="020B0004020202020204" pitchFamily="34" charset="0"/>
              </a:rPr>
              <a:t>enjoyment</a:t>
            </a:r>
            <a:r>
              <a:rPr lang="en-GB" sz="2000" kern="100">
                <a:effectLst/>
                <a:ea typeface="Aptos" panose="020B0004020202020204" pitchFamily="34" charset="0"/>
              </a:rPr>
              <a:t>, and </a:t>
            </a:r>
            <a:r>
              <a:rPr lang="en-GB" sz="2000" b="1" kern="100">
                <a:effectLst/>
                <a:ea typeface="Aptos" panose="020B0004020202020204" pitchFamily="34" charset="0"/>
              </a:rPr>
              <a:t>motivation</a:t>
            </a:r>
            <a:r>
              <a:rPr lang="en-GB" sz="2000" kern="100">
                <a:effectLst/>
                <a:ea typeface="Aptos" panose="020B0004020202020204" pitchFamily="34" charset="0"/>
              </a:rPr>
              <a:t>.</a:t>
            </a:r>
          </a:p>
          <a:p>
            <a:pPr lvl="1">
              <a:lnSpc>
                <a:spcPct val="107000"/>
              </a:lnSpc>
              <a:spcAft>
                <a:spcPts val="800"/>
              </a:spcAft>
            </a:pPr>
            <a:endParaRPr lang="en-GB" sz="2000"/>
          </a:p>
          <a:p>
            <a:endParaRPr lang="en-GB" sz="2000"/>
          </a:p>
        </p:txBody>
      </p:sp>
    </p:spTree>
    <p:extLst>
      <p:ext uri="{BB962C8B-B14F-4D97-AF65-F5344CB8AC3E}">
        <p14:creationId xmlns:p14="http://schemas.microsoft.com/office/powerpoint/2010/main" val="13219774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A58DA-7D08-12C4-C3C1-3AADAF9574CA}"/>
              </a:ext>
            </a:extLst>
          </p:cNvPr>
          <p:cNvSpPr>
            <a:spLocks noGrp="1"/>
          </p:cNvSpPr>
          <p:nvPr>
            <p:ph type="title"/>
          </p:nvPr>
        </p:nvSpPr>
        <p:spPr/>
        <p:txBody>
          <a:bodyPr>
            <a:normAutofit/>
          </a:bodyPr>
          <a:lstStyle/>
          <a:p>
            <a:pPr marL="0" indent="0">
              <a:lnSpc>
                <a:spcPct val="107000"/>
              </a:lnSpc>
              <a:spcAft>
                <a:spcPts val="800"/>
              </a:spcAft>
              <a:buNone/>
            </a:pPr>
            <a:r>
              <a:rPr lang="en-GB" sz="3200" b="1" kern="100">
                <a:effectLst/>
                <a:ea typeface="Aptos" panose="020B0004020202020204" pitchFamily="34" charset="0"/>
              </a:rPr>
              <a:t>Creating a Usability Test Plan (15 minutes)</a:t>
            </a:r>
          </a:p>
        </p:txBody>
      </p:sp>
      <p:sp>
        <p:nvSpPr>
          <p:cNvPr id="3" name="Content Placeholder 2">
            <a:extLst>
              <a:ext uri="{FF2B5EF4-FFF2-40B4-BE49-F238E27FC236}">
                <a16:creationId xmlns:a16="http://schemas.microsoft.com/office/drawing/2014/main" id="{4AD07CCB-2E8F-4402-1434-C554736E60DF}"/>
              </a:ext>
            </a:extLst>
          </p:cNvPr>
          <p:cNvSpPr>
            <a:spLocks noGrp="1"/>
          </p:cNvSpPr>
          <p:nvPr>
            <p:ph idx="1"/>
          </p:nvPr>
        </p:nvSpPr>
        <p:spPr>
          <a:xfrm>
            <a:off x="478799" y="1249200"/>
            <a:ext cx="10866141" cy="5144400"/>
          </a:xfrm>
        </p:spPr>
        <p:txBody>
          <a:bodyPr>
            <a:normAutofit/>
          </a:bodyPr>
          <a:lstStyle/>
          <a:p>
            <a:pPr>
              <a:lnSpc>
                <a:spcPct val="107000"/>
              </a:lnSpc>
              <a:spcAft>
                <a:spcPts val="800"/>
              </a:spcAft>
            </a:pPr>
            <a:r>
              <a:rPr lang="en-GB" kern="100">
                <a:effectLst/>
                <a:ea typeface="Aptos" panose="020B0004020202020204" pitchFamily="34" charset="0"/>
              </a:rPr>
              <a:t>Define </a:t>
            </a:r>
            <a:r>
              <a:rPr lang="en-GB" b="1" kern="100">
                <a:effectLst/>
                <a:ea typeface="Aptos" panose="020B0004020202020204" pitchFamily="34" charset="0"/>
              </a:rPr>
              <a:t>specific tasks </a:t>
            </a:r>
            <a:r>
              <a:rPr lang="en-GB" kern="100">
                <a:effectLst/>
                <a:ea typeface="Aptos" panose="020B0004020202020204" pitchFamily="34" charset="0"/>
              </a:rPr>
              <a:t>that users should complete in your design (e.g., find the menu, place an order).</a:t>
            </a:r>
          </a:p>
          <a:p>
            <a:pPr>
              <a:lnSpc>
                <a:spcPct val="107000"/>
              </a:lnSpc>
              <a:spcAft>
                <a:spcPts val="800"/>
              </a:spcAft>
            </a:pPr>
            <a:r>
              <a:rPr lang="en-GB" kern="100">
                <a:effectLst/>
                <a:ea typeface="Aptos" panose="020B0004020202020204" pitchFamily="34" charset="0"/>
              </a:rPr>
              <a:t>Develop a </a:t>
            </a:r>
            <a:r>
              <a:rPr lang="en-GB" b="1" kern="100">
                <a:effectLst/>
                <a:ea typeface="Aptos" panose="020B0004020202020204" pitchFamily="34" charset="0"/>
              </a:rPr>
              <a:t>questionnaire</a:t>
            </a:r>
            <a:r>
              <a:rPr lang="en-GB" kern="100">
                <a:effectLst/>
                <a:ea typeface="Aptos" panose="020B0004020202020204" pitchFamily="34" charset="0"/>
              </a:rPr>
              <a:t> or survey to gather user feedback on the design's usability (e.g., How easy was it to find the menu?) </a:t>
            </a:r>
            <a:r>
              <a:rPr lang="en-GB" kern="100">
                <a:effectLst/>
                <a:ea typeface="Aptos" panose="020B0004020202020204" pitchFamily="34" charset="0"/>
                <a:sym typeface="Wingdings" panose="05000000000000000000" pitchFamily="2" charset="2"/>
              </a:rPr>
              <a:t> you can find open source templates such as this </a:t>
            </a:r>
            <a:r>
              <a:rPr lang="en-GB" u="sng" kern="100">
                <a:sym typeface="Wingdings" panose="05000000000000000000" pitchFamily="2" charset="2"/>
                <a:hlinkClick r:id="rId2">
                  <a:extLst>
                    <a:ext uri="{A12FA001-AC4F-418D-AE19-62706E023703}">
                      <ahyp:hlinkClr xmlns:ahyp="http://schemas.microsoft.com/office/drawing/2018/hyperlinkcolor" val="tx"/>
                    </a:ext>
                  </a:extLst>
                </a:hlinkClick>
              </a:rPr>
              <a:t>website</a:t>
            </a:r>
            <a:r>
              <a:rPr lang="en-GB" kern="100">
                <a:ea typeface="Aptos" panose="020B0004020202020204" pitchFamily="34" charset="0"/>
                <a:sym typeface="Wingdings" panose="05000000000000000000" pitchFamily="2" charset="2"/>
              </a:rPr>
              <a:t>: </a:t>
            </a:r>
          </a:p>
          <a:p>
            <a:pPr marL="457200" lvl="1" indent="0">
              <a:lnSpc>
                <a:spcPct val="107000"/>
              </a:lnSpc>
              <a:spcAft>
                <a:spcPts val="800"/>
              </a:spcAft>
              <a:buNone/>
            </a:pPr>
            <a:r>
              <a:rPr lang="en-GB" sz="1800"/>
              <a:t>VANDER HEYDEN, N., 2023. 12 Usability Testing Templates: Checklist &amp; Examples. </a:t>
            </a:r>
            <a:r>
              <a:rPr lang="en-GB" sz="1800" i="1"/>
              <a:t>Marker.io</a:t>
            </a:r>
            <a:r>
              <a:rPr lang="en-GB" sz="1800"/>
              <a:t>. Available from: </a:t>
            </a:r>
            <a:r>
              <a:rPr lang="en-GB" sz="1800">
                <a:hlinkClick r:id="rId2"/>
              </a:rPr>
              <a:t>https://marker.io/blog/usability-testing-template</a:t>
            </a:r>
            <a:r>
              <a:rPr lang="en-GB" sz="1800"/>
              <a:t> [Accessed 24 June 2024]</a:t>
            </a:r>
            <a:endParaRPr lang="en-GB" sz="1800" kern="100">
              <a:effectLst/>
              <a:ea typeface="Aptos" panose="020B0004020202020204" pitchFamily="34" charset="0"/>
            </a:endParaRPr>
          </a:p>
          <a:p>
            <a:pPr>
              <a:lnSpc>
                <a:spcPct val="107000"/>
              </a:lnSpc>
              <a:spcAft>
                <a:spcPts val="800"/>
              </a:spcAft>
            </a:pPr>
            <a:r>
              <a:rPr lang="en-GB" kern="100">
                <a:effectLst/>
                <a:ea typeface="Aptos" panose="020B0004020202020204" pitchFamily="34" charset="0"/>
              </a:rPr>
              <a:t>Prepare a </a:t>
            </a:r>
            <a:r>
              <a:rPr lang="en-GB" b="1" kern="100">
                <a:effectLst/>
                <a:ea typeface="Aptos" panose="020B0004020202020204" pitchFamily="34" charset="0"/>
              </a:rPr>
              <a:t>checklist</a:t>
            </a:r>
            <a:r>
              <a:rPr lang="en-GB" kern="100">
                <a:effectLst/>
                <a:ea typeface="Aptos" panose="020B0004020202020204" pitchFamily="34" charset="0"/>
              </a:rPr>
              <a:t> for observing user interactions, focusing on usability goals and principles.</a:t>
            </a:r>
          </a:p>
        </p:txBody>
      </p:sp>
    </p:spTree>
    <p:extLst>
      <p:ext uri="{BB962C8B-B14F-4D97-AF65-F5344CB8AC3E}">
        <p14:creationId xmlns:p14="http://schemas.microsoft.com/office/powerpoint/2010/main" val="33751638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A58DA-7D08-12C4-C3C1-3AADAF9574CA}"/>
              </a:ext>
            </a:extLst>
          </p:cNvPr>
          <p:cNvSpPr>
            <a:spLocks noGrp="1"/>
          </p:cNvSpPr>
          <p:nvPr>
            <p:ph type="title"/>
          </p:nvPr>
        </p:nvSpPr>
        <p:spPr/>
        <p:txBody>
          <a:bodyPr/>
          <a:lstStyle/>
          <a:p>
            <a:pPr marL="0" indent="0" algn="just">
              <a:lnSpc>
                <a:spcPct val="107000"/>
              </a:lnSpc>
              <a:spcAft>
                <a:spcPts val="800"/>
              </a:spcAft>
              <a:buNone/>
            </a:pPr>
            <a:r>
              <a:rPr lang="en-GB" sz="3200" b="1" kern="100">
                <a:effectLst/>
                <a:latin typeface="Aptos" panose="020B0004020202020204" pitchFamily="34" charset="0"/>
                <a:ea typeface="Aptos" panose="020B0004020202020204" pitchFamily="34" charset="0"/>
                <a:cs typeface="Times New Roman" panose="02020603050405020304" pitchFamily="18" charset="0"/>
              </a:rPr>
              <a:t>Conducting the Usability Test (</a:t>
            </a:r>
            <a:r>
              <a:rPr lang="en-GB" kern="100">
                <a:latin typeface="Aptos" panose="020B0004020202020204" pitchFamily="34" charset="0"/>
                <a:ea typeface="Aptos" panose="020B0004020202020204" pitchFamily="34" charset="0"/>
                <a:cs typeface="Times New Roman" panose="02020603050405020304" pitchFamily="18" charset="0"/>
              </a:rPr>
              <a:t>15</a:t>
            </a:r>
            <a:r>
              <a:rPr lang="en-GB" sz="3200" b="1" kern="100">
                <a:effectLst/>
                <a:latin typeface="Aptos" panose="020B0004020202020204" pitchFamily="34" charset="0"/>
                <a:ea typeface="Aptos" panose="020B0004020202020204" pitchFamily="34" charset="0"/>
                <a:cs typeface="Times New Roman" panose="02020603050405020304" pitchFamily="18" charset="0"/>
              </a:rPr>
              <a:t> minutes)</a:t>
            </a:r>
          </a:p>
        </p:txBody>
      </p:sp>
      <p:sp>
        <p:nvSpPr>
          <p:cNvPr id="3" name="Content Placeholder 2">
            <a:extLst>
              <a:ext uri="{FF2B5EF4-FFF2-40B4-BE49-F238E27FC236}">
                <a16:creationId xmlns:a16="http://schemas.microsoft.com/office/drawing/2014/main" id="{4AD07CCB-2E8F-4402-1434-C554736E60DF}"/>
              </a:ext>
            </a:extLst>
          </p:cNvPr>
          <p:cNvSpPr>
            <a:spLocks noGrp="1"/>
          </p:cNvSpPr>
          <p:nvPr>
            <p:ph idx="1"/>
          </p:nvPr>
        </p:nvSpPr>
        <p:spPr>
          <a:xfrm>
            <a:off x="478799" y="1448554"/>
            <a:ext cx="10866141" cy="4945046"/>
          </a:xfrm>
        </p:spPr>
        <p:txBody>
          <a:bodyPr>
            <a:normAutofit/>
          </a:bodyPr>
          <a:lstStyle/>
          <a:p>
            <a:pPr marL="0" indent="0" algn="just">
              <a:lnSpc>
                <a:spcPct val="107000"/>
              </a:lnSpc>
              <a:spcAft>
                <a:spcPts val="800"/>
              </a:spcAft>
              <a:buNone/>
            </a:pPr>
            <a:r>
              <a:rPr lang="en-GB" kern="100">
                <a:effectLst/>
                <a:ea typeface="Aptos" panose="020B0004020202020204" pitchFamily="34" charset="0"/>
              </a:rPr>
              <a:t>Pair up with another group and take turns being the </a:t>
            </a:r>
            <a:r>
              <a:rPr lang="en-GB" b="1" kern="100">
                <a:effectLst/>
                <a:ea typeface="Aptos" panose="020B0004020202020204" pitchFamily="34" charset="0"/>
              </a:rPr>
              <a:t>tester</a:t>
            </a:r>
            <a:r>
              <a:rPr lang="en-GB" kern="100">
                <a:effectLst/>
                <a:ea typeface="Aptos" panose="020B0004020202020204" pitchFamily="34" charset="0"/>
              </a:rPr>
              <a:t> and the </a:t>
            </a:r>
            <a:r>
              <a:rPr lang="en-GB" b="1" kern="100">
                <a:effectLst/>
                <a:ea typeface="Aptos" panose="020B0004020202020204" pitchFamily="34" charset="0"/>
              </a:rPr>
              <a:t>observer</a:t>
            </a:r>
            <a:r>
              <a:rPr lang="en-GB" b="1" kern="100">
                <a:ea typeface="Aptos" panose="020B0004020202020204" pitchFamily="34" charset="0"/>
              </a:rPr>
              <a:t>:</a:t>
            </a:r>
            <a:endParaRPr lang="en-GB" kern="100">
              <a:effectLst/>
              <a:ea typeface="Aptos" panose="020B0004020202020204" pitchFamily="34" charset="0"/>
            </a:endParaRPr>
          </a:p>
          <a:p>
            <a:pPr algn="just">
              <a:lnSpc>
                <a:spcPct val="107000"/>
              </a:lnSpc>
              <a:spcAft>
                <a:spcPts val="800"/>
              </a:spcAft>
            </a:pPr>
            <a:r>
              <a:rPr lang="en-GB" kern="100">
                <a:effectLst/>
                <a:ea typeface="Aptos" panose="020B0004020202020204" pitchFamily="34" charset="0"/>
              </a:rPr>
              <a:t>The </a:t>
            </a:r>
            <a:r>
              <a:rPr lang="en-GB" b="1" kern="100">
                <a:effectLst/>
                <a:ea typeface="Aptos" panose="020B0004020202020204" pitchFamily="34" charset="0"/>
              </a:rPr>
              <a:t>tester</a:t>
            </a:r>
            <a:r>
              <a:rPr lang="en-GB" kern="100">
                <a:ea typeface="Aptos" panose="020B0004020202020204" pitchFamily="34" charset="0"/>
              </a:rPr>
              <a:t> will</a:t>
            </a:r>
            <a:r>
              <a:rPr lang="en-GB" kern="100">
                <a:effectLst/>
                <a:ea typeface="Aptos" panose="020B0004020202020204" pitchFamily="34" charset="0"/>
              </a:rPr>
              <a:t> perform the predefined tasks (perform a demo by explaining it and walking it through) on the other group’s web design </a:t>
            </a:r>
          </a:p>
          <a:p>
            <a:pPr algn="just">
              <a:lnSpc>
                <a:spcPct val="107000"/>
              </a:lnSpc>
              <a:spcAft>
                <a:spcPts val="800"/>
              </a:spcAft>
            </a:pPr>
            <a:r>
              <a:rPr lang="en-GB" kern="100">
                <a:effectLst/>
                <a:ea typeface="Aptos" panose="020B0004020202020204" pitchFamily="34" charset="0"/>
              </a:rPr>
              <a:t>At the same time, the </a:t>
            </a:r>
            <a:r>
              <a:rPr lang="en-GB" b="1" kern="100">
                <a:effectLst/>
                <a:ea typeface="Aptos" panose="020B0004020202020204" pitchFamily="34" charset="0"/>
              </a:rPr>
              <a:t>observer </a:t>
            </a:r>
            <a:r>
              <a:rPr lang="en-GB" kern="100">
                <a:effectLst/>
                <a:ea typeface="Aptos" panose="020B0004020202020204" pitchFamily="34" charset="0"/>
              </a:rPr>
              <a:t>takes notes on any issues or difficulties encountered.</a:t>
            </a:r>
          </a:p>
          <a:p>
            <a:pPr algn="just">
              <a:lnSpc>
                <a:spcPct val="107000"/>
              </a:lnSpc>
              <a:spcAft>
                <a:spcPts val="800"/>
              </a:spcAft>
            </a:pPr>
            <a:r>
              <a:rPr lang="en-GB" kern="100">
                <a:effectLst/>
                <a:ea typeface="Aptos" panose="020B0004020202020204" pitchFamily="34" charset="0"/>
              </a:rPr>
              <a:t>After th</a:t>
            </a:r>
            <a:r>
              <a:rPr lang="en-GB" kern="100">
                <a:ea typeface="Aptos" panose="020B0004020202020204" pitchFamily="34" charset="0"/>
              </a:rPr>
              <a:t>e walkthrough</a:t>
            </a:r>
            <a:r>
              <a:rPr lang="en-GB" kern="100">
                <a:effectLst/>
                <a:ea typeface="Aptos" panose="020B0004020202020204" pitchFamily="34" charset="0"/>
              </a:rPr>
              <a:t>, the </a:t>
            </a:r>
            <a:r>
              <a:rPr lang="en-GB" b="1" kern="100">
                <a:effectLst/>
                <a:ea typeface="Aptos" panose="020B0004020202020204" pitchFamily="34" charset="0"/>
              </a:rPr>
              <a:t>observer</a:t>
            </a:r>
            <a:r>
              <a:rPr lang="en-GB" kern="100">
                <a:effectLst/>
                <a:ea typeface="Aptos" panose="020B0004020202020204" pitchFamily="34" charset="0"/>
              </a:rPr>
              <a:t> will fill out the questionnaire or survey.</a:t>
            </a:r>
          </a:p>
        </p:txBody>
      </p:sp>
    </p:spTree>
    <p:extLst>
      <p:ext uri="{BB962C8B-B14F-4D97-AF65-F5344CB8AC3E}">
        <p14:creationId xmlns:p14="http://schemas.microsoft.com/office/powerpoint/2010/main" val="38096591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18352-8E08-D8B6-C24B-FAC51049754A}"/>
              </a:ext>
            </a:extLst>
          </p:cNvPr>
          <p:cNvSpPr>
            <a:spLocks noGrp="1"/>
          </p:cNvSpPr>
          <p:nvPr>
            <p:ph type="title"/>
          </p:nvPr>
        </p:nvSpPr>
        <p:spPr>
          <a:xfrm>
            <a:off x="3205685" y="334014"/>
            <a:ext cx="8607406" cy="759600"/>
          </a:xfrm>
        </p:spPr>
        <p:txBody>
          <a:bodyPr>
            <a:normAutofit fontScale="90000"/>
          </a:bodyPr>
          <a:lstStyle/>
          <a:p>
            <a:r>
              <a:rPr lang="en-GB" sz="3200" b="1" kern="100">
                <a:effectLst/>
                <a:ea typeface="Aptos" panose="020B0004020202020204" pitchFamily="34" charset="0"/>
              </a:rPr>
              <a:t>Analysing Results and Refining Design (10 minutes)</a:t>
            </a:r>
            <a:endParaRPr lang="en-GB"/>
          </a:p>
        </p:txBody>
      </p:sp>
      <p:sp>
        <p:nvSpPr>
          <p:cNvPr id="3" name="Content Placeholder 2">
            <a:extLst>
              <a:ext uri="{FF2B5EF4-FFF2-40B4-BE49-F238E27FC236}">
                <a16:creationId xmlns:a16="http://schemas.microsoft.com/office/drawing/2014/main" id="{FF9237BC-B302-75C3-96CC-F5DC596CBF68}"/>
              </a:ext>
            </a:extLst>
          </p:cNvPr>
          <p:cNvSpPr>
            <a:spLocks noGrp="1"/>
          </p:cNvSpPr>
          <p:nvPr>
            <p:ph idx="1"/>
          </p:nvPr>
        </p:nvSpPr>
        <p:spPr/>
        <p:txBody>
          <a:bodyPr>
            <a:noAutofit/>
          </a:bodyPr>
          <a:lstStyle/>
          <a:p>
            <a:pPr>
              <a:lnSpc>
                <a:spcPct val="107000"/>
              </a:lnSpc>
              <a:spcAft>
                <a:spcPts val="800"/>
              </a:spcAft>
            </a:pPr>
            <a:r>
              <a:rPr lang="en-GB" sz="2000" kern="100">
                <a:ea typeface="Aptos" panose="020B0004020202020204" pitchFamily="34" charset="0"/>
              </a:rPr>
              <a:t>With your group, answer the following questions about your design, </a:t>
            </a:r>
            <a:r>
              <a:rPr lang="en-GB" sz="2000" kern="100">
                <a:effectLst/>
                <a:ea typeface="Aptos" panose="020B0004020202020204" pitchFamily="34" charset="0"/>
              </a:rPr>
              <a:t>focusing on usability goals and principles:</a:t>
            </a:r>
          </a:p>
          <a:p>
            <a:pPr lvl="1">
              <a:lnSpc>
                <a:spcPct val="107000"/>
              </a:lnSpc>
              <a:spcAft>
                <a:spcPts val="800"/>
              </a:spcAft>
            </a:pPr>
            <a:r>
              <a:rPr lang="en-GB" sz="2000" kern="100">
                <a:effectLst/>
                <a:ea typeface="Aptos" panose="020B0004020202020204" pitchFamily="34" charset="0"/>
              </a:rPr>
              <a:t> Is the design effective and efficient to use?</a:t>
            </a:r>
          </a:p>
          <a:p>
            <a:pPr lvl="1">
              <a:lnSpc>
                <a:spcPct val="107000"/>
              </a:lnSpc>
              <a:spcAft>
                <a:spcPts val="800"/>
              </a:spcAft>
            </a:pPr>
            <a:r>
              <a:rPr lang="en-GB" sz="2000" kern="100">
                <a:effectLst/>
                <a:ea typeface="Aptos" panose="020B0004020202020204" pitchFamily="34" charset="0"/>
              </a:rPr>
              <a:t> Does it provide good utility and is it easy to learn and remember?</a:t>
            </a:r>
          </a:p>
          <a:p>
            <a:pPr lvl="1">
              <a:lnSpc>
                <a:spcPct val="107000"/>
              </a:lnSpc>
              <a:spcAft>
                <a:spcPts val="800"/>
              </a:spcAft>
            </a:pPr>
            <a:r>
              <a:rPr lang="en-GB" sz="2000" kern="100">
                <a:effectLst/>
                <a:ea typeface="Aptos" panose="020B0004020202020204" pitchFamily="34" charset="0"/>
              </a:rPr>
              <a:t> Is the design safe and ergonomic?</a:t>
            </a:r>
          </a:p>
          <a:p>
            <a:pPr lvl="1">
              <a:lnSpc>
                <a:spcPct val="107000"/>
              </a:lnSpc>
              <a:spcAft>
                <a:spcPts val="800"/>
              </a:spcAft>
            </a:pPr>
            <a:r>
              <a:rPr lang="en-GB" sz="2000" kern="100">
                <a:effectLst/>
                <a:ea typeface="Aptos" panose="020B0004020202020204" pitchFamily="34" charset="0"/>
              </a:rPr>
              <a:t> Is it accessible to users with disabilities?</a:t>
            </a:r>
          </a:p>
          <a:p>
            <a:pPr lvl="1">
              <a:lnSpc>
                <a:spcPct val="107000"/>
              </a:lnSpc>
              <a:spcAft>
                <a:spcPts val="800"/>
              </a:spcAft>
            </a:pPr>
            <a:r>
              <a:rPr lang="en-GB" sz="2000" kern="100">
                <a:effectLst/>
                <a:ea typeface="Aptos" panose="020B0004020202020204" pitchFamily="34" charset="0"/>
              </a:rPr>
              <a:t> Does the design provide a satisfying and enjoyable user experience?</a:t>
            </a:r>
          </a:p>
          <a:p>
            <a:pPr>
              <a:lnSpc>
                <a:spcPct val="107000"/>
              </a:lnSpc>
              <a:spcAft>
                <a:spcPts val="800"/>
              </a:spcAft>
            </a:pPr>
            <a:r>
              <a:rPr lang="en-GB" sz="2000" kern="100">
                <a:effectLst/>
                <a:ea typeface="Aptos" panose="020B0004020202020204" pitchFamily="34" charset="0"/>
              </a:rPr>
              <a:t>Identify common issues and areas for improvement based on usability goals and user experience feedback.</a:t>
            </a:r>
          </a:p>
          <a:p>
            <a:pPr>
              <a:lnSpc>
                <a:spcPct val="107000"/>
              </a:lnSpc>
              <a:spcAft>
                <a:spcPts val="800"/>
              </a:spcAft>
            </a:pPr>
            <a:r>
              <a:rPr lang="en-GB" sz="2000" kern="100">
                <a:effectLst/>
                <a:ea typeface="Aptos" panose="020B0004020202020204" pitchFamily="34" charset="0"/>
              </a:rPr>
              <a:t> Update your web design to address the identified issues and enhance usability</a:t>
            </a:r>
            <a:r>
              <a:rPr lang="en-GB" sz="2000" kern="100">
                <a:ea typeface="Aptos" panose="020B0004020202020204" pitchFamily="34" charset="0"/>
              </a:rPr>
              <a:t>.</a:t>
            </a:r>
            <a:endParaRPr lang="en-GB" sz="2000" kern="100">
              <a:effectLst/>
              <a:ea typeface="Aptos" panose="020B0004020202020204" pitchFamily="34" charset="0"/>
            </a:endParaRPr>
          </a:p>
        </p:txBody>
      </p:sp>
    </p:spTree>
    <p:extLst>
      <p:ext uri="{BB962C8B-B14F-4D97-AF65-F5344CB8AC3E}">
        <p14:creationId xmlns:p14="http://schemas.microsoft.com/office/powerpoint/2010/main" val="22183425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A58DA-7D08-12C4-C3C1-3AADAF9574CA}"/>
              </a:ext>
            </a:extLst>
          </p:cNvPr>
          <p:cNvSpPr>
            <a:spLocks noGrp="1"/>
          </p:cNvSpPr>
          <p:nvPr>
            <p:ph type="title"/>
          </p:nvPr>
        </p:nvSpPr>
        <p:spPr>
          <a:xfrm>
            <a:off x="3296219" y="162000"/>
            <a:ext cx="8817317" cy="759600"/>
          </a:xfrm>
        </p:spPr>
        <p:txBody>
          <a:bodyPr>
            <a:normAutofit/>
          </a:bodyPr>
          <a:lstStyle/>
          <a:p>
            <a:pPr marL="0" indent="0">
              <a:lnSpc>
                <a:spcPct val="107000"/>
              </a:lnSpc>
              <a:spcAft>
                <a:spcPts val="800"/>
              </a:spcAft>
              <a:buNone/>
            </a:pPr>
            <a:r>
              <a:rPr lang="en-GB"/>
              <a:t>Session recap</a:t>
            </a:r>
            <a:endParaRPr lang="en-GB" sz="3200" b="1"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AD07CCB-2E8F-4402-1434-C554736E60DF}"/>
              </a:ext>
            </a:extLst>
          </p:cNvPr>
          <p:cNvSpPr>
            <a:spLocks noGrp="1"/>
          </p:cNvSpPr>
          <p:nvPr>
            <p:ph idx="1"/>
          </p:nvPr>
        </p:nvSpPr>
        <p:spPr>
          <a:xfrm>
            <a:off x="478799" y="1249200"/>
            <a:ext cx="11174485" cy="5144400"/>
          </a:xfrm>
        </p:spPr>
        <p:txBody>
          <a:bodyPr>
            <a:normAutofit/>
          </a:bodyPr>
          <a:lstStyle/>
          <a:p>
            <a:pPr marL="0" indent="0">
              <a:buNone/>
            </a:pPr>
            <a:r>
              <a:rPr lang="en-GB"/>
              <a:t>In today’s session, you worked on:</a:t>
            </a:r>
          </a:p>
          <a:p>
            <a:pPr lvl="1"/>
            <a:r>
              <a:rPr lang="en-GB" sz="2400"/>
              <a:t>Applying </a:t>
            </a:r>
            <a:r>
              <a:rPr lang="en-GB" sz="2400" b="1">
                <a:ea typeface="Calibri"/>
                <a:cs typeface="Calibri"/>
              </a:rPr>
              <a:t>Norman’s design principles </a:t>
            </a:r>
            <a:r>
              <a:rPr lang="en-GB" sz="2400">
                <a:ea typeface="Calibri"/>
                <a:cs typeface="Calibri"/>
              </a:rPr>
              <a:t>to an HCI product (i.e. web design). </a:t>
            </a:r>
          </a:p>
          <a:p>
            <a:pPr lvl="1"/>
            <a:r>
              <a:rPr lang="en-GB" sz="2400">
                <a:ea typeface="Calibri"/>
                <a:cs typeface="Calibri"/>
              </a:rPr>
              <a:t>Applying </a:t>
            </a:r>
            <a:r>
              <a:rPr lang="en-GB" sz="2400" b="1">
                <a:ea typeface="Calibri"/>
                <a:cs typeface="Calibri"/>
              </a:rPr>
              <a:t>usability</a:t>
            </a:r>
            <a:r>
              <a:rPr lang="en-GB" sz="2400">
                <a:ea typeface="Calibri"/>
                <a:cs typeface="Calibri"/>
              </a:rPr>
              <a:t> in an HCI product (i.e. web design).</a:t>
            </a:r>
          </a:p>
          <a:p>
            <a:pPr marL="0" indent="0">
              <a:buNone/>
            </a:pPr>
            <a:endParaRPr lang="en-GB"/>
          </a:p>
          <a:p>
            <a:pPr marL="0" indent="0">
              <a:buNone/>
            </a:pPr>
            <a:r>
              <a:rPr lang="en-GB"/>
              <a:t>If you need some extra practice, you can use the resources listed in each activity, and there are materials available for self-study in the VLE platform.</a:t>
            </a:r>
          </a:p>
        </p:txBody>
      </p:sp>
    </p:spTree>
    <p:extLst>
      <p:ext uri="{BB962C8B-B14F-4D97-AF65-F5344CB8AC3E}">
        <p14:creationId xmlns:p14="http://schemas.microsoft.com/office/powerpoint/2010/main" val="23399630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a:t>References</a:t>
            </a:r>
          </a:p>
        </p:txBody>
      </p:sp>
      <p:sp>
        <p:nvSpPr>
          <p:cNvPr id="3" name="Content Placeholder 2">
            <a:extLst>
              <a:ext uri="{FF2B5EF4-FFF2-40B4-BE49-F238E27FC236}">
                <a16:creationId xmlns:a16="http://schemas.microsoft.com/office/drawing/2014/main" id="{D89901A2-04AE-D3CB-FC46-ED162487BC92}"/>
              </a:ext>
            </a:extLst>
          </p:cNvPr>
          <p:cNvSpPr>
            <a:spLocks noGrp="1"/>
          </p:cNvSpPr>
          <p:nvPr>
            <p:ph idx="1"/>
          </p:nvPr>
        </p:nvSpPr>
        <p:spPr/>
        <p:txBody>
          <a:bodyPr vert="horz" lIns="91440" tIns="45720" rIns="91440" bIns="45720" rtlCol="0" anchor="t">
            <a:normAutofit/>
          </a:bodyPr>
          <a:lstStyle/>
          <a:p>
            <a:pPr marL="0" indent="0">
              <a:lnSpc>
                <a:spcPct val="107000"/>
              </a:lnSpc>
              <a:spcAft>
                <a:spcPts val="800"/>
              </a:spcAft>
              <a:buNone/>
            </a:pPr>
            <a:r>
              <a:rPr lang="en-GB" sz="2000" kern="100">
                <a:ea typeface="Aptos" panose="020B0004020202020204" pitchFamily="34" charset="0"/>
              </a:rPr>
              <a:t>INTERACTION DESIGN FOUNDATION, 2024. What is Usability? </a:t>
            </a:r>
            <a:r>
              <a:rPr lang="en-GB" sz="2000" i="1" kern="100">
                <a:ea typeface="Aptos" panose="020B0004020202020204" pitchFamily="34" charset="0"/>
              </a:rPr>
              <a:t>Interaction Design Foundation. </a:t>
            </a:r>
            <a:r>
              <a:rPr lang="en-GB" sz="2000" kern="100">
                <a:ea typeface="Aptos" panose="020B0004020202020204" pitchFamily="34" charset="0"/>
              </a:rPr>
              <a:t>Available from: </a:t>
            </a:r>
            <a:r>
              <a:rPr lang="en-GB" sz="2000">
                <a:hlinkClick r:id="rId2"/>
              </a:rPr>
              <a:t>https://www.interaction-design.org/literature/topics/usability</a:t>
            </a:r>
            <a:r>
              <a:rPr lang="en-GB" sz="2000"/>
              <a:t> [Accessed 24 June 2024]</a:t>
            </a:r>
          </a:p>
          <a:p>
            <a:pPr marL="0" indent="0">
              <a:lnSpc>
                <a:spcPct val="107000"/>
              </a:lnSpc>
              <a:spcAft>
                <a:spcPts val="800"/>
              </a:spcAft>
              <a:buNone/>
            </a:pPr>
            <a:r>
              <a:rPr lang="en-GB" sz="2000"/>
              <a:t>VANDER HEYDEN, N., 2023. 12 Usability Testing Templates: Checklist &amp; Examples. </a:t>
            </a:r>
            <a:r>
              <a:rPr lang="en-GB" sz="2000" i="1"/>
              <a:t>Marker.io</a:t>
            </a:r>
            <a:r>
              <a:rPr lang="en-GB" sz="2000"/>
              <a:t>. Available from: </a:t>
            </a:r>
            <a:r>
              <a:rPr lang="en-GB" sz="2000">
                <a:hlinkClick r:id="rId3"/>
              </a:rPr>
              <a:t>https://marker.io/blog/usability-testing-template</a:t>
            </a:r>
            <a:r>
              <a:rPr lang="en-GB" sz="2000"/>
              <a:t> [Accessed 24 June 2024]</a:t>
            </a:r>
          </a:p>
          <a:p>
            <a:pPr marL="0" indent="0">
              <a:lnSpc>
                <a:spcPct val="107000"/>
              </a:lnSpc>
              <a:spcAft>
                <a:spcPts val="800"/>
              </a:spcAft>
              <a:buNone/>
            </a:pPr>
            <a:endParaRPr lang="en-GB" sz="2000" kern="100">
              <a:ea typeface="Aptos" panose="020B0004020202020204" pitchFamily="34" charset="0"/>
            </a:endParaRPr>
          </a:p>
        </p:txBody>
      </p:sp>
    </p:spTree>
    <p:extLst>
      <p:ext uri="{BB962C8B-B14F-4D97-AF65-F5344CB8AC3E}">
        <p14:creationId xmlns:p14="http://schemas.microsoft.com/office/powerpoint/2010/main" val="1313568838"/>
      </p:ext>
    </p:extLst>
  </p:cSld>
  <p:clrMapOvr>
    <a:masterClrMapping/>
  </p:clrMapOvr>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C71891C3A0F1E4097D718CB3CBB8576" ma:contentTypeVersion="30" ma:contentTypeDescription="Create a new document." ma:contentTypeScope="" ma:versionID="57c6e023538f608b472725087221016e">
  <xsd:schema xmlns:xsd="http://www.w3.org/2001/XMLSchema" xmlns:xs="http://www.w3.org/2001/XMLSchema" xmlns:p="http://schemas.microsoft.com/office/2006/metadata/properties" xmlns:ns2="c146334c-f196-4c85-90ef-f2308d7aa00b" xmlns:ns3="cd447e77-e15c-4fa0-938c-91439d6c39a0" targetNamespace="http://schemas.microsoft.com/office/2006/metadata/properties" ma:root="true" ma:fieldsID="ab305f51cb717f3ea71f1cd84b55f221" ns2:_="" ns3:_="">
    <xsd:import namespace="c146334c-f196-4c85-90ef-f2308d7aa00b"/>
    <xsd:import namespace="cd447e77-e15c-4fa0-938c-91439d6c39a0"/>
    <xsd:element name="properties">
      <xsd:complexType>
        <xsd:sequence>
          <xsd:element name="documentManagement">
            <xsd:complexType>
              <xsd:all>
                <xsd:element ref="ns2:LatestCCPhase" minOccurs="0"/>
                <xsd:element ref="ns2:LatestPublishingPhase" minOccurs="0"/>
                <xsd:element ref="ns2:NotesUpdates" minOccurs="0"/>
                <xsd:element ref="ns2:MediaServiceMetadata" minOccurs="0"/>
                <xsd:element ref="ns2:MediaServiceFastMetadata" minOccurs="0"/>
                <xsd:element ref="ns3:SharedWithUsers" minOccurs="0"/>
                <xsd:element ref="ns3:SharedWithDetails" minOccurs="0"/>
                <xsd:element ref="ns2:Status" minOccurs="0"/>
                <xsd:element ref="ns2:SubmissionDeadline" minOccurs="0"/>
                <xsd:element ref="ns2:ModuleStartsIn" minOccurs="0"/>
                <xsd:element ref="ns2:MediaServiceObjectDetectorVersions"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odule_x0020_Work_x0020_Requirement" minOccurs="0"/>
                <xsd:element ref="ns2:CompassFeedback" minOccurs="0"/>
                <xsd:element ref="ns2:Moodle_x002f_VLELink" minOccurs="0"/>
                <xsd:element ref="ns2:SubjectReviewer_x002c_ContentEditorPedagogicalBuilder" minOccurs="0"/>
                <xsd:element ref="ns2:ContentCreato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146334c-f196-4c85-90ef-f2308d7aa00b" elementFormDefault="qualified">
    <xsd:import namespace="http://schemas.microsoft.com/office/2006/documentManagement/types"/>
    <xsd:import namespace="http://schemas.microsoft.com/office/infopath/2007/PartnerControls"/>
    <xsd:element name="LatestCCPhase" ma:index="8" nillable="true" ma:displayName="Latest CC Phase" ma:description="This column contains updates on the work involving the Content Creator. The 'Latest CC Phase' can be chosen only when resources have been signed off by both Subject Reviewer and Content Editor." ma:format="Dropdown" ma:internalName="LatestCCPhase">
      <xsd:complexType>
        <xsd:complexContent>
          <xsd:extension base="dms:MultiChoice">
            <xsd:sequence>
              <xsd:element name="Value" maxOccurs="unbounded" minOccurs="0" nillable="true">
                <xsd:simpleType>
                  <xsd:restriction base="dms:Choice">
                    <xsd:enumeration value="Phase 1. Onboarding."/>
                    <xsd:enumeration value="Phase 2. Assessment Brief."/>
                    <xsd:enumeration value="Phase 3. Scheme of Work."/>
                    <xsd:enumeration value="Phase 4. Material building in progress"/>
                    <xsd:enumeration value="Phase 4. Week 1 Resources."/>
                    <xsd:enumeration value="Phase 4. Week 2 Resources."/>
                    <xsd:enumeration value="Phase 4 Week 3 Resources."/>
                    <xsd:enumeration value="Phase 4. Week 4 Resources."/>
                    <xsd:enumeration value="Phase 4. Week 5 Resources."/>
                    <xsd:enumeration value="Phase 4. Week 6 Resources."/>
                    <xsd:enumeration value="Phase 4. Week 7 Resources."/>
                    <xsd:enumeration value="Phase 4. Week 8 Resources."/>
                    <xsd:enumeration value="Phase 4. Week 9 Resources."/>
                    <xsd:enumeration value="Phase 4. Week 10 Resources."/>
                    <xsd:enumeration value="Phase 5. Payment processed."/>
                    <xsd:enumeration value="Phase 5. Material building completed"/>
                    <xsd:enumeration value="Phase 5. Feedback collected."/>
                    <xsd:enumeration value="ALL COMPLETED"/>
                  </xsd:restriction>
                </xsd:simpleType>
              </xsd:element>
            </xsd:sequence>
          </xsd:extension>
        </xsd:complexContent>
      </xsd:complexType>
    </xsd:element>
    <xsd:element name="LatestPublishingPhase" ma:index="9" nillable="true" ma:displayName="Latest Publishing Phase " ma:description="This column contains updates on the work involving Instructional Designer(s). Latest Publishing Phase can be chosen only once the work on this phase is completed." ma:format="Dropdown" ma:internalName="LatestPublishingPhase">
      <xsd:complexType>
        <xsd:complexContent>
          <xsd:extension base="dms:MultiChoice">
            <xsd:sequence>
              <xsd:element name="Value" maxOccurs="unbounded" minOccurs="0" nillable="true">
                <xsd:simpleType>
                  <xsd:restriction base="dms:Choice">
                    <xsd:enumeration value="Not due yet"/>
                    <xsd:enumeration value="Week 1 in Design"/>
                    <xsd:enumeration value="Week 1 on Moodle"/>
                    <xsd:enumeration value="Week 2 in Design"/>
                    <xsd:enumeration value="Week 2 on Moodle"/>
                    <xsd:enumeration value="Week 3 in Design"/>
                    <xsd:enumeration value="Week 3 on Moodle"/>
                    <xsd:enumeration value="Week 4 in Design"/>
                    <xsd:enumeration value="Week 4 on Moodle"/>
                    <xsd:enumeration value="Week 5 in Evolve"/>
                    <xsd:enumeration value="Week 5 on Moodle"/>
                    <xsd:enumeration value="Week 6 in Design"/>
                    <xsd:enumeration value="Week 6 on Moodle"/>
                    <xsd:enumeration value="Week 7 in Design"/>
                    <xsd:enumeration value="Week 7 on Moodle"/>
                    <xsd:enumeration value="Week 8 in Design"/>
                    <xsd:enumeration value="Week 8 on Moodle"/>
                    <xsd:enumeration value="Week 9 in Design"/>
                    <xsd:enumeration value="Week 9 on Moodle"/>
                    <xsd:enumeration value="Week 10 in Evolve"/>
                    <xsd:enumeration value="Week 10 on Moodle"/>
                    <xsd:enumeration value="Workshop in Design"/>
                    <xsd:enumeration value="Workshop on Moodle"/>
                  </xsd:restriction>
                </xsd:simpleType>
              </xsd:element>
            </xsd:sequence>
          </xsd:extension>
        </xsd:complexContent>
      </xsd:complexType>
    </xsd:element>
    <xsd:element name="NotesUpdates" ma:index="10" nillable="true" ma:displayName="Notes &amp; Updates" ma:format="Dropdown" ma:internalName="NotesUpdate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Status" ma:index="15" nillable="true" ma:displayName="Status" ma:format="Dropdown" ma:internalName="Status">
      <xsd:complexType>
        <xsd:complexContent>
          <xsd:extension base="dms:MultiChoice">
            <xsd:sequence>
              <xsd:element name="Value" maxOccurs="unbounded" minOccurs="0" nillable="true">
                <xsd:simpleType>
                  <xsd:restriction base="dms:Choice">
                    <xsd:enumeration value="Not yet due to start"/>
                    <xsd:enumeration value="Not yet started &amp; overdue"/>
                    <xsd:enumeration value="Work in progress &amp; on track"/>
                    <xsd:enumeration value="Work in progress &amp; overdue"/>
                    <xsd:enumeration value="Awaiting Full review"/>
                    <xsd:enumeration value="Awaiting SR review"/>
                    <xsd:enumeration value="Awaiting CE review"/>
                    <xsd:enumeration value="Awaiting PR review"/>
                    <xsd:enumeration value="Awaiting modifications"/>
                    <xsd:enumeration value="2nd Review required"/>
                    <xsd:enumeration value="SR approved"/>
                    <xsd:enumeration value="CE approved"/>
                    <xsd:enumeration value="With Instructional Designer"/>
                    <xsd:enumeration value="COMPLETED"/>
                    <xsd:enumeration value="Sent for scrutiny"/>
                    <xsd:enumeration value="On hold"/>
                    <xsd:enumeration value="No longer relevant"/>
                  </xsd:restriction>
                </xsd:simpleType>
              </xsd:element>
            </xsd:sequence>
          </xsd:extension>
        </xsd:complexContent>
      </xsd:complexType>
    </xsd:element>
    <xsd:element name="SubmissionDeadline" ma:index="16" nillable="true" ma:displayName="Submission Deadline" ma:format="DateOnly" ma:internalName="SubmissionDeadline">
      <xsd:simpleType>
        <xsd:restriction base="dms:DateTime"/>
      </xsd:simpleType>
    </xsd:element>
    <xsd:element name="ModuleStartsIn" ma:index="17" nillable="true" ma:displayName="Module Starts In" ma:format="Dropdown" ma:internalName="ModuleStartsIn">
      <xsd:complexType>
        <xsd:complexContent>
          <xsd:extension base="dms:MultiChoice">
            <xsd:sequence>
              <xsd:element name="Value" maxOccurs="unbounded" minOccurs="0" nillable="true">
                <xsd:simpleType>
                  <xsd:restriction base="dms:Choice">
                    <xsd:enumeration value="January 2024"/>
                    <xsd:enumeration value="April 2024"/>
                    <xsd:enumeration value="May 2024"/>
                    <xsd:enumeration value="June 2024"/>
                    <xsd:enumeration value="August 2024"/>
                    <xsd:enumeration value="October 2024"/>
                    <xsd:enumeration value="November 2024"/>
                    <xsd:enumeration value="TBC"/>
                    <xsd:enumeration value="April 2025"/>
                  </xsd:restriction>
                </xsd:simpleType>
              </xsd:element>
            </xsd:sequence>
          </xsd:extension>
        </xsd:complexContent>
      </xsd:complex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CR" ma:index="27" nillable="true" ma:displayName="Extracted Text" ma:internalName="MediaServiceOCR" ma:readOnly="true">
      <xsd:simpleType>
        <xsd:restriction base="dms:Note">
          <xsd:maxLength value="255"/>
        </xsd:restriction>
      </xsd:simpleType>
    </xsd:element>
    <xsd:element name="Module_x0020_Work_x0020_Requirement" ma:index="28" nillable="true" ma:displayName="Module Work Requirement" ma:format="Dropdown" ma:internalName="Module_x0020_Work_x0020_Requirement">
      <xsd:simpleType>
        <xsd:restriction base="dms:Choice">
          <xsd:enumeration value="Refurbish or Refurbishment"/>
          <xsd:enumeration value="Total rework"/>
        </xsd:restriction>
      </xsd:simpleType>
    </xsd:element>
    <xsd:element name="CompassFeedback" ma:index="29" nillable="true" ma:displayName="Compass Feedback" ma:format="Dropdown" ma:internalName="CompassFeedback">
      <xsd:complexType>
        <xsd:complexContent>
          <xsd:extension base="dms:MultiChoice">
            <xsd:sequence>
              <xsd:element name="Value" maxOccurs="unbounded" minOccurs="0" nillable="true">
                <xsd:simpleType>
                  <xsd:restriction base="dms:Choice">
                    <xsd:enumeration value="Given to CC"/>
                    <xsd:enumeration value="Given to SR"/>
                  </xsd:restriction>
                </xsd:simpleType>
              </xsd:element>
            </xsd:sequence>
          </xsd:extension>
        </xsd:complexContent>
      </xsd:complexType>
    </xsd:element>
    <xsd:element name="Moodle_x002f_VLELink" ma:index="30" nillable="true" ma:displayName="Moodle/VLE Link" ma:format="Hyperlink" ma:internalName="Moodle_x002f_VLELink">
      <xsd:complexType>
        <xsd:complexContent>
          <xsd:extension base="dms:URL">
            <xsd:sequence>
              <xsd:element name="Url" type="dms:ValidUrl" minOccurs="0" nillable="true"/>
              <xsd:element name="Description" type="xsd:string" nillable="true"/>
            </xsd:sequence>
          </xsd:extension>
        </xsd:complexContent>
      </xsd:complexType>
    </xsd:element>
    <xsd:element name="SubjectReviewer_x002c_ContentEditorPedagogicalBuilder" ma:index="31" nillable="true" ma:displayName="Subject Reviewer, Content Editor &amp; Pedagogical Builder" ma:format="Dropdown" ma:list="UserInfo" ma:SharePointGroup="0" ma:internalName="SubjectReviewer_x002c_ContentEditorPedagogicalBuilder">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ontentCreators" ma:index="32" nillable="true" ma:displayName="Content Creators" ma:format="Dropdown" ma:list="UserInfo" ma:SharePointGroup="0" ma:internalName="ContentCreators">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d447e77-e15c-4fa0-938c-91439d6c39a0"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6" nillable="true" ma:displayName="Taxonomy Catch All Column" ma:hidden="true" ma:list="{e4a00e5d-14fc-4527-bcc9-fb05b108b7f4}" ma:internalName="TaxCatchAll" ma:showField="CatchAllData" ma:web="cd447e77-e15c-4fa0-938c-91439d6c39a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c146334c-f196-4c85-90ef-f2308d7aa00b" xsi:nil="true"/>
    <SubmissionDeadline xmlns="c146334c-f196-4c85-90ef-f2308d7aa00b" xsi:nil="true"/>
    <NotesUpdates xmlns="c146334c-f196-4c85-90ef-f2308d7aa00b" xsi:nil="true"/>
    <LatestCCPhase xmlns="c146334c-f196-4c85-90ef-f2308d7aa00b" xsi:nil="true"/>
    <LatestPublishingPhase xmlns="c146334c-f196-4c85-90ef-f2308d7aa00b" xsi:nil="true"/>
    <ModuleStartsIn xmlns="c146334c-f196-4c85-90ef-f2308d7aa00b" xsi:nil="true"/>
    <TaxCatchAll xmlns="cd447e77-e15c-4fa0-938c-91439d6c39a0" xsi:nil="true"/>
    <lcf76f155ced4ddcb4097134ff3c332f xmlns="c146334c-f196-4c85-90ef-f2308d7aa00b">
      <Terms xmlns="http://schemas.microsoft.com/office/infopath/2007/PartnerControls"/>
    </lcf76f155ced4ddcb4097134ff3c332f>
    <CompassFeedback xmlns="c146334c-f196-4c85-90ef-f2308d7aa00b" xsi:nil="true"/>
    <Module_x0020_Work_x0020_Requirement xmlns="c146334c-f196-4c85-90ef-f2308d7aa00b" xsi:nil="true"/>
    <ContentCreators xmlns="c146334c-f196-4c85-90ef-f2308d7aa00b">
      <UserInfo>
        <DisplayName/>
        <AccountId xsi:nil="true"/>
        <AccountType/>
      </UserInfo>
    </ContentCreators>
    <Moodle_x002f_VLELink xmlns="c146334c-f196-4c85-90ef-f2308d7aa00b">
      <Url xsi:nil="true"/>
      <Description xsi:nil="true"/>
    </Moodle_x002f_VLELink>
    <SubjectReviewer_x002c_ContentEditorPedagogicalBuilder xmlns="c146334c-f196-4c85-90ef-f2308d7aa00b">
      <UserInfo>
        <DisplayName/>
        <AccountId xsi:nil="true"/>
        <AccountType/>
      </UserInfo>
    </SubjectReviewer_x002c_ContentEditorPedagogicalBuilder>
  </documentManagement>
</p:properties>
</file>

<file path=customXml/itemProps1.xml><?xml version="1.0" encoding="utf-8"?>
<ds:datastoreItem xmlns:ds="http://schemas.openxmlformats.org/officeDocument/2006/customXml" ds:itemID="{ADD237C8-CB7C-4767-A71C-235C6A87A571}">
  <ds:schemaRefs>
    <ds:schemaRef ds:uri="c146334c-f196-4c85-90ef-f2308d7aa00b"/>
    <ds:schemaRef ds:uri="cd447e77-e15c-4fa0-938c-91439d6c39a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1FE0EC2-3FC1-463F-A2A0-570EC3B4477F}">
  <ds:schemaRefs>
    <ds:schemaRef ds:uri="http://schemas.microsoft.com/sharepoint/v3/contenttype/forms"/>
  </ds:schemaRefs>
</ds:datastoreItem>
</file>

<file path=customXml/itemProps3.xml><?xml version="1.0" encoding="utf-8"?>
<ds:datastoreItem xmlns:ds="http://schemas.openxmlformats.org/officeDocument/2006/customXml" ds:itemID="{160DCE66-536F-4E4D-AA70-C66A9F5C1CDD}">
  <ds:schemaRefs>
    <ds:schemaRef ds:uri="c146334c-f196-4c85-90ef-f2308d7aa00b"/>
    <ds:schemaRef ds:uri="cd447e77-e15c-4fa0-938c-91439d6c39a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20</Slides>
  <Notes>0</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2_Office Theme</vt:lpstr>
      <vt:lpstr>Seminar</vt:lpstr>
      <vt:lpstr>Session Outline</vt:lpstr>
      <vt:lpstr>Activity 1: Review of a web design</vt:lpstr>
      <vt:lpstr>Activity 1: Review of a web design</vt:lpstr>
      <vt:lpstr>Recap: Norman’s Design Principles (5 minutes)</vt:lpstr>
      <vt:lpstr>Recap: Norman’s design principles</vt:lpstr>
      <vt:lpstr>Recap: Examples in real world scenario</vt:lpstr>
      <vt:lpstr>Recap: Examples in real world scenario</vt:lpstr>
      <vt:lpstr>Sketching (20 minutes)</vt:lpstr>
      <vt:lpstr>Designing (20 minutes)</vt:lpstr>
      <vt:lpstr>Self-Assessment and Teacher Feedback (10 minutes)</vt:lpstr>
      <vt:lpstr>Peer feedback (5 minutes)</vt:lpstr>
      <vt:lpstr>Activity 2: Apply Usability to web design</vt:lpstr>
      <vt:lpstr>Activity 2: Apply Usability to web design</vt:lpstr>
      <vt:lpstr>Introduction to Usability (10 minutes)</vt:lpstr>
      <vt:lpstr>Creating a Usability Test Plan (15 minutes)</vt:lpstr>
      <vt:lpstr>Conducting the Usability Test (15 minutes)</vt:lpstr>
      <vt:lpstr>Analysing Results and Refining Design (10 minutes)</vt:lpstr>
      <vt:lpstr>Session recap</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 Template for live sessions     Guidelines for Content Creators &amp; Reviewers</dc:title>
  <dc:creator>Chaudhry, Azhar</dc:creator>
  <cp:revision>1</cp:revision>
  <cp:lastPrinted>2024-06-22T17:38:07Z</cp:lastPrinted>
  <dcterms:created xsi:type="dcterms:W3CDTF">2023-12-01T12:50:42Z</dcterms:created>
  <dcterms:modified xsi:type="dcterms:W3CDTF">2024-06-24T15:48:50Z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0x0101009C71891C3A0F1E4097D718CB3CBB8576</vt:lpwstr>
  </property>
  <property fmtid="{D5CDD505-2E9C-101B-9397-08002B2CF9AE}" pid="3" name="MediaServiceImageTags">
    <vt:lpwstr/>
  </property>
</Properties>
</file>